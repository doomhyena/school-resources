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6" r:id="rId6"/>
    <p:sldId id="259" r:id="rId7"/>
    <p:sldId id="260" r:id="rId8"/>
    <p:sldId id="261" r:id="rId9"/>
    <p:sldId id="267" r:id="rId10"/>
    <p:sldId id="264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911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643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407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979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951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149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7500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2013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26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14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4317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1130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7514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5138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5450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467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47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C922029-9BD7-41F3-BB09-8C64B6971CDB}" type="datetimeFigureOut">
              <a:rPr lang="hu-HU" smtClean="0"/>
              <a:t>2024. 04. 22.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2717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u-HU" sz="6600" dirty="0" err="1" smtClean="0"/>
              <a:t>Our</a:t>
            </a:r>
            <a:r>
              <a:rPr lang="hu-HU" sz="6600" dirty="0" smtClean="0"/>
              <a:t> Project Management System</a:t>
            </a:r>
            <a:endParaRPr lang="hu-HU" sz="66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Made </a:t>
            </a:r>
            <a:r>
              <a:rPr lang="hu-HU" dirty="0" err="1" smtClean="0"/>
              <a:t>by</a:t>
            </a:r>
            <a:r>
              <a:rPr lang="hu-HU" dirty="0" smtClean="0"/>
              <a:t>: Tag1, tag2, </a:t>
            </a:r>
            <a:r>
              <a:rPr lang="hu-HU" dirty="0" smtClean="0"/>
              <a:t>tag3 </a:t>
            </a:r>
            <a:br>
              <a:rPr lang="hu-HU" dirty="0" smtClean="0"/>
            </a:b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(a nevek angol formában legyenek)</a:t>
            </a:r>
            <a:endParaRPr lang="hu-HU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61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General </a:t>
            </a:r>
            <a:r>
              <a:rPr lang="hu-HU" dirty="0" err="1" smtClean="0"/>
              <a:t>overview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The </a:t>
            </a:r>
            <a:r>
              <a:rPr lang="hu-HU" dirty="0" err="1" smtClean="0"/>
              <a:t>problem</a:t>
            </a:r>
            <a:r>
              <a:rPr lang="hu-HU" dirty="0" smtClean="0"/>
              <a:t>: It is </a:t>
            </a:r>
            <a:r>
              <a:rPr lang="hu-HU" dirty="0" err="1" smtClean="0"/>
              <a:t>hard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manage</a:t>
            </a:r>
            <a:r>
              <a:rPr lang="hu-HU" dirty="0" smtClean="0"/>
              <a:t> IT </a:t>
            </a:r>
            <a:r>
              <a:rPr lang="hu-HU" dirty="0" err="1" smtClean="0"/>
              <a:t>projects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(milyen probléma megoldására lett kitalálva a projekt?)</a:t>
            </a:r>
          </a:p>
          <a:p>
            <a:r>
              <a:rPr lang="hu-HU" dirty="0" smtClean="0"/>
              <a:t>The </a:t>
            </a:r>
            <a:r>
              <a:rPr lang="hu-HU" dirty="0" err="1" smtClean="0"/>
              <a:t>solution</a:t>
            </a:r>
            <a:r>
              <a:rPr lang="hu-HU" dirty="0" smtClean="0"/>
              <a:t>: </a:t>
            </a:r>
            <a:r>
              <a:rPr lang="hu-HU" dirty="0" err="1" smtClean="0"/>
              <a:t>Unified</a:t>
            </a:r>
            <a:r>
              <a:rPr lang="hu-HU" dirty="0" smtClean="0"/>
              <a:t> </a:t>
            </a:r>
            <a:r>
              <a:rPr lang="hu-HU" dirty="0" err="1" smtClean="0"/>
              <a:t>yet</a:t>
            </a:r>
            <a:r>
              <a:rPr lang="hu-HU" dirty="0" smtClean="0"/>
              <a:t> </a:t>
            </a:r>
            <a:r>
              <a:rPr lang="hu-HU" dirty="0" err="1" smtClean="0"/>
              <a:t>complex</a:t>
            </a:r>
            <a:r>
              <a:rPr lang="hu-HU" dirty="0" smtClean="0"/>
              <a:t> </a:t>
            </a:r>
            <a:r>
              <a:rPr lang="hu-HU" dirty="0" err="1" smtClean="0"/>
              <a:t>system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(Mivel állt elő a csapat, mi a megoldás alapgondolata?)</a:t>
            </a:r>
          </a:p>
          <a:p>
            <a:r>
              <a:rPr lang="hu-HU" sz="1400" dirty="0" smtClean="0">
                <a:solidFill>
                  <a:schemeClr val="accent3">
                    <a:lumMod val="75000"/>
                  </a:schemeClr>
                </a:solidFill>
              </a:rPr>
              <a:t>(Projekt logója ide, ha van)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094" y="3745366"/>
            <a:ext cx="313372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Functionality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 smtClean="0"/>
              <a:t>Optimal</a:t>
            </a:r>
            <a:r>
              <a:rPr lang="hu-HU" dirty="0" smtClean="0"/>
              <a:t> </a:t>
            </a:r>
            <a:r>
              <a:rPr lang="hu-HU" dirty="0" err="1" smtClean="0"/>
              <a:t>organizing</a:t>
            </a:r>
            <a:r>
              <a:rPr lang="hu-HU" dirty="0" smtClean="0"/>
              <a:t> and </a:t>
            </a:r>
            <a:r>
              <a:rPr lang="hu-HU" dirty="0" err="1" smtClean="0"/>
              <a:t>handling</a:t>
            </a:r>
            <a:r>
              <a:rPr lang="hu-HU" dirty="0" smtClean="0"/>
              <a:t> of </a:t>
            </a:r>
            <a:r>
              <a:rPr lang="hu-HU" dirty="0" err="1" smtClean="0"/>
              <a:t>projects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(általános körülírás)</a:t>
            </a:r>
          </a:p>
          <a:p>
            <a:r>
              <a:rPr lang="hu-HU" dirty="0" err="1" smtClean="0"/>
              <a:t>Build</a:t>
            </a:r>
            <a:r>
              <a:rPr lang="hu-HU" dirty="0" smtClean="0"/>
              <a:t>-in </a:t>
            </a:r>
            <a:r>
              <a:rPr lang="hu-HU" dirty="0" err="1" smtClean="0"/>
              <a:t>functions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(minden főbb menüpont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megemlítése, összefoglalások 1-2 mondatban)</a:t>
            </a:r>
            <a:endParaRPr lang="hu-HU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hu-HU" dirty="0" err="1" smtClean="0"/>
              <a:t>Registration</a:t>
            </a:r>
            <a:r>
              <a:rPr lang="hu-HU" dirty="0" smtClean="0"/>
              <a:t> and login</a:t>
            </a:r>
          </a:p>
          <a:p>
            <a:pPr lvl="1"/>
            <a:r>
              <a:rPr lang="hu-HU" dirty="0" err="1" smtClean="0"/>
              <a:t>Create</a:t>
            </a:r>
            <a:r>
              <a:rPr lang="hu-HU" dirty="0" smtClean="0"/>
              <a:t> </a:t>
            </a:r>
            <a:r>
              <a:rPr lang="hu-HU" dirty="0" err="1" smtClean="0"/>
              <a:t>projects</a:t>
            </a:r>
            <a:endParaRPr lang="hu-HU" dirty="0" smtClean="0"/>
          </a:p>
          <a:p>
            <a:pPr lvl="1"/>
            <a:r>
              <a:rPr lang="hu-HU" dirty="0" err="1" smtClean="0"/>
              <a:t>Collaboration</a:t>
            </a:r>
            <a:endParaRPr lang="hu-HU" dirty="0" smtClean="0"/>
          </a:p>
          <a:p>
            <a:pPr lvl="1"/>
            <a:r>
              <a:rPr lang="hu-HU" dirty="0" err="1" smtClean="0"/>
              <a:t>Stocks</a:t>
            </a:r>
            <a:endParaRPr lang="hu-HU" dirty="0" smtClean="0"/>
          </a:p>
          <a:p>
            <a:pPr lvl="1"/>
            <a:r>
              <a:rPr lang="hu-HU" dirty="0" err="1" smtClean="0"/>
              <a:t>Statistical</a:t>
            </a:r>
            <a:r>
              <a:rPr lang="hu-HU" dirty="0" smtClean="0"/>
              <a:t> </a:t>
            </a:r>
            <a:r>
              <a:rPr lang="hu-HU" dirty="0" err="1" smtClean="0"/>
              <a:t>analysis</a:t>
            </a:r>
            <a:endParaRPr lang="hu-HU" dirty="0" smtClean="0"/>
          </a:p>
          <a:p>
            <a:pPr lvl="1"/>
            <a:r>
              <a:rPr lang="hu-HU" dirty="0" smtClean="0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343197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Teamwork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03312" y="1654630"/>
            <a:ext cx="8946541" cy="4593770"/>
          </a:xfrm>
        </p:spPr>
        <p:txBody>
          <a:bodyPr>
            <a:normAutofit lnSpcReduction="10000"/>
          </a:bodyPr>
          <a:lstStyle/>
          <a:p>
            <a:r>
              <a:rPr lang="hu-HU" dirty="0" err="1" smtClean="0"/>
              <a:t>Approach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(hogyan osztottátok fel. Pl. programnyelv/funkciók/tudás szerint)</a:t>
            </a:r>
          </a:p>
          <a:p>
            <a:r>
              <a:rPr lang="hu-HU" dirty="0" smtClean="0"/>
              <a:t>Tag1: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(tagonként részletezzük a szerepeket)</a:t>
            </a:r>
          </a:p>
          <a:p>
            <a:pPr lvl="1"/>
            <a:r>
              <a:rPr lang="hu-HU" dirty="0" smtClean="0"/>
              <a:t>Frontend design</a:t>
            </a:r>
          </a:p>
          <a:p>
            <a:pPr lvl="1"/>
            <a:r>
              <a:rPr lang="hu-HU" dirty="0" err="1" smtClean="0"/>
              <a:t>Database</a:t>
            </a:r>
            <a:r>
              <a:rPr lang="hu-HU" dirty="0" smtClean="0"/>
              <a:t> design</a:t>
            </a:r>
          </a:p>
          <a:p>
            <a:pPr lvl="1"/>
            <a:r>
              <a:rPr lang="hu-HU" dirty="0" err="1" smtClean="0"/>
              <a:t>Documentation</a:t>
            </a:r>
            <a:endParaRPr lang="hu-HU" dirty="0" smtClean="0"/>
          </a:p>
          <a:p>
            <a:r>
              <a:rPr lang="hu-HU" dirty="0" smtClean="0"/>
              <a:t>Tag2:</a:t>
            </a:r>
          </a:p>
          <a:p>
            <a:pPr lvl="1"/>
            <a:r>
              <a:rPr lang="hu-HU" dirty="0" smtClean="0"/>
              <a:t>Frontend design</a:t>
            </a:r>
          </a:p>
          <a:p>
            <a:pPr lvl="1"/>
            <a:r>
              <a:rPr lang="hu-HU" dirty="0" err="1" smtClean="0"/>
              <a:t>Database</a:t>
            </a:r>
            <a:r>
              <a:rPr lang="hu-HU" dirty="0" smtClean="0"/>
              <a:t> </a:t>
            </a:r>
            <a:r>
              <a:rPr lang="hu-HU" dirty="0" err="1" smtClean="0"/>
              <a:t>coding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 (pl. ez a szerep több ember között oszlott meg)</a:t>
            </a:r>
            <a:endParaRPr lang="hu-HU" dirty="0" smtClean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hu-HU" dirty="0" smtClean="0"/>
              <a:t>Tag3</a:t>
            </a:r>
            <a:r>
              <a:rPr lang="hu-HU" dirty="0" smtClean="0"/>
              <a:t>:</a:t>
            </a:r>
          </a:p>
          <a:p>
            <a:pPr lvl="1"/>
            <a:r>
              <a:rPr lang="hu-HU" dirty="0" smtClean="0"/>
              <a:t>Backend</a:t>
            </a:r>
          </a:p>
          <a:p>
            <a:pPr lvl="1"/>
            <a:r>
              <a:rPr lang="hu-HU" dirty="0" smtClean="0"/>
              <a:t>Testing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33175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Technologies &amp; </a:t>
            </a:r>
            <a:r>
              <a:rPr lang="hu-HU" dirty="0" err="1" smtClean="0"/>
              <a:t>Tools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04293" y="1600072"/>
            <a:ext cx="8946541" cy="4992317"/>
          </a:xfrm>
        </p:spPr>
        <p:txBody>
          <a:bodyPr>
            <a:normAutofit lnSpcReduction="10000"/>
          </a:bodyPr>
          <a:lstStyle/>
          <a:p>
            <a:r>
              <a:rPr lang="hu-HU" dirty="0" smtClean="0"/>
              <a:t>Software and </a:t>
            </a:r>
            <a:r>
              <a:rPr lang="hu-HU" dirty="0" err="1" smtClean="0"/>
              <a:t>tools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(igénybe vett szoftverek, szolgáltatások)</a:t>
            </a:r>
            <a:endParaRPr lang="hu-HU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hu-HU" dirty="0" smtClean="0"/>
              <a:t>Visual </a:t>
            </a:r>
            <a:r>
              <a:rPr lang="hu-HU" dirty="0" err="1" smtClean="0"/>
              <a:t>Studio</a:t>
            </a:r>
            <a:endParaRPr lang="hu-HU" dirty="0" smtClean="0"/>
          </a:p>
          <a:p>
            <a:pPr lvl="1"/>
            <a:r>
              <a:rPr lang="hu-HU" dirty="0" err="1" smtClean="0"/>
              <a:t>Notepad</a:t>
            </a:r>
            <a:r>
              <a:rPr lang="hu-HU" dirty="0" smtClean="0"/>
              <a:t>++</a:t>
            </a:r>
          </a:p>
          <a:p>
            <a:pPr lvl="1"/>
            <a:r>
              <a:rPr lang="hu-HU" dirty="0" err="1" smtClean="0"/>
              <a:t>Git</a:t>
            </a:r>
            <a:r>
              <a:rPr lang="hu-HU" dirty="0" smtClean="0"/>
              <a:t> / Google Drive /</a:t>
            </a:r>
            <a:r>
              <a:rPr lang="hu-HU" dirty="0"/>
              <a:t> </a:t>
            </a:r>
            <a:r>
              <a:rPr lang="hu-HU" dirty="0" smtClean="0"/>
              <a:t>Zoom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 (az együttműködés módja, ez akár külön diát is kaphat)</a:t>
            </a:r>
          </a:p>
          <a:p>
            <a:pPr lvl="1"/>
            <a:r>
              <a:rPr lang="hu-HU" dirty="0" err="1" smtClean="0"/>
              <a:t>PhpMyAdmin</a:t>
            </a:r>
            <a:endParaRPr lang="hu-HU" dirty="0"/>
          </a:p>
          <a:p>
            <a:r>
              <a:rPr lang="hu-HU" dirty="0" err="1" smtClean="0"/>
              <a:t>Languages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(használt programnyelvek, szegmenstől függetlenül)</a:t>
            </a:r>
            <a:endParaRPr lang="hu-HU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hu-HU" dirty="0"/>
              <a:t>HTML, CSS</a:t>
            </a:r>
          </a:p>
          <a:p>
            <a:pPr lvl="1"/>
            <a:r>
              <a:rPr lang="hu-HU" dirty="0"/>
              <a:t>JavaScript, PHP</a:t>
            </a:r>
          </a:p>
          <a:p>
            <a:pPr lvl="1"/>
            <a:r>
              <a:rPr lang="hu-HU" dirty="0" smtClean="0"/>
              <a:t>SQL</a:t>
            </a:r>
          </a:p>
          <a:p>
            <a:r>
              <a:rPr lang="hu-HU" dirty="0" err="1" smtClean="0"/>
              <a:t>Frameworks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(keretrendszerek)</a:t>
            </a:r>
            <a:endParaRPr lang="hu-HU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hu-HU" dirty="0" err="1" smtClean="0"/>
              <a:t>Bootstrap</a:t>
            </a:r>
            <a:endParaRPr lang="hu-HU" dirty="0" smtClean="0"/>
          </a:p>
          <a:p>
            <a:pPr lvl="1"/>
            <a:r>
              <a:rPr lang="hu-HU" dirty="0" err="1" smtClean="0"/>
              <a:t>Angular</a:t>
            </a:r>
            <a:endParaRPr lang="hu-HU" dirty="0" smtClean="0"/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24979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Frontend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UI design </a:t>
            </a:r>
            <a:r>
              <a:rPr lang="hu-HU" dirty="0" err="1" smtClean="0"/>
              <a:t>approach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(Pl.: reszpontívra, könnyen navigálhatóra és érthetőre akartuk. Ez akár külön diát is kaphat.)</a:t>
            </a:r>
          </a:p>
          <a:p>
            <a:r>
              <a:rPr lang="hu-HU" dirty="0" err="1" smtClean="0"/>
              <a:t>Languages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(melyiknek mi a szerepe?)</a:t>
            </a:r>
          </a:p>
          <a:p>
            <a:pPr lvl="1"/>
            <a:r>
              <a:rPr lang="hu-HU" dirty="0" smtClean="0"/>
              <a:t>HTML</a:t>
            </a:r>
          </a:p>
          <a:p>
            <a:pPr lvl="1"/>
            <a:r>
              <a:rPr lang="hu-HU" dirty="0" smtClean="0"/>
              <a:t>CSS</a:t>
            </a:r>
          </a:p>
          <a:p>
            <a:pPr lvl="1"/>
            <a:r>
              <a:rPr lang="hu-HU" dirty="0" smtClean="0"/>
              <a:t>JavaScript</a:t>
            </a:r>
          </a:p>
          <a:p>
            <a:r>
              <a:rPr lang="hu-HU" dirty="0" err="1" smtClean="0"/>
              <a:t>Frameworks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(melyiket mire találták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ki, miért volt itt hasznos?)</a:t>
            </a:r>
            <a:endParaRPr lang="hu-HU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hu-HU" dirty="0" err="1" smtClean="0"/>
              <a:t>Bootstrap</a:t>
            </a:r>
            <a:endParaRPr lang="hu-HU" dirty="0" smtClean="0"/>
          </a:p>
          <a:p>
            <a:pPr lvl="1"/>
            <a:r>
              <a:rPr lang="hu-HU" dirty="0" err="1" smtClean="0"/>
              <a:t>Angular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438755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Backend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 smtClean="0"/>
              <a:t>Languages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(most csak a backend részre vonatkozó nyelvek)</a:t>
            </a:r>
            <a:endParaRPr lang="hu-HU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hu-HU" dirty="0"/>
              <a:t>JavaScript</a:t>
            </a:r>
          </a:p>
          <a:p>
            <a:pPr lvl="1"/>
            <a:r>
              <a:rPr lang="hu-HU" dirty="0"/>
              <a:t>PHP</a:t>
            </a:r>
          </a:p>
          <a:p>
            <a:pPr lvl="1"/>
            <a:r>
              <a:rPr lang="hu-HU" dirty="0"/>
              <a:t>C#</a:t>
            </a:r>
          </a:p>
          <a:p>
            <a:pPr lvl="1"/>
            <a:r>
              <a:rPr lang="hu-HU" dirty="0" smtClean="0"/>
              <a:t>SQL</a:t>
            </a:r>
          </a:p>
          <a:p>
            <a:r>
              <a:rPr lang="hu-HU" dirty="0" smtClean="0"/>
              <a:t>ASP-Net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(egy </a:t>
            </a:r>
            <a:r>
              <a:rPr lang="hu-HU" dirty="0" err="1" smtClean="0">
                <a:solidFill>
                  <a:schemeClr val="accent3">
                    <a:lumMod val="75000"/>
                  </a:schemeClr>
                </a:solidFill>
              </a:rPr>
              <a:t>kapcsolófó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 keretrendszer)</a:t>
            </a:r>
            <a:endParaRPr lang="hu-HU" dirty="0" smtClean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hu-HU" dirty="0" err="1" smtClean="0"/>
              <a:t>Logic</a:t>
            </a:r>
            <a:r>
              <a:rPr lang="hu-HU" dirty="0" smtClean="0"/>
              <a:t> &amp; </a:t>
            </a:r>
            <a:r>
              <a:rPr lang="hu-HU" dirty="0" err="1" smtClean="0"/>
              <a:t>structure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(itt lehet egy kép bevágva a fájlstruktúráról)</a:t>
            </a:r>
          </a:p>
          <a:p>
            <a:r>
              <a:rPr lang="hu-HU" dirty="0" err="1" smtClean="0"/>
              <a:t>Authentication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(egyéb aspektusok, pl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. </a:t>
            </a:r>
            <a:r>
              <a:rPr lang="hu-HU" dirty="0" err="1" smtClean="0">
                <a:solidFill>
                  <a:schemeClr val="accent3">
                    <a:lumMod val="75000"/>
                  </a:schemeClr>
                </a:solidFill>
              </a:rPr>
              <a:t>autentikáció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)</a:t>
            </a:r>
            <a:endParaRPr lang="hu-HU" dirty="0" smtClean="0">
              <a:solidFill>
                <a:schemeClr val="accent3">
                  <a:lumMod val="75000"/>
                </a:schemeClr>
              </a:solidFill>
            </a:endParaRPr>
          </a:p>
          <a:p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73073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Database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SQL: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(a programnyelv előnyei, miért ez kellett)</a:t>
            </a:r>
          </a:p>
          <a:p>
            <a:pPr lvl="1"/>
            <a:r>
              <a:rPr lang="hu-HU" dirty="0" err="1" smtClean="0"/>
              <a:t>MySQL</a:t>
            </a:r>
            <a:endParaRPr lang="hu-HU" dirty="0" smtClean="0"/>
          </a:p>
          <a:p>
            <a:pPr lvl="1"/>
            <a:r>
              <a:rPr lang="hu-HU" dirty="0" smtClean="0"/>
              <a:t>Data </a:t>
            </a:r>
            <a:r>
              <a:rPr lang="hu-HU" dirty="0" err="1" smtClean="0"/>
              <a:t>types</a:t>
            </a:r>
            <a:endParaRPr lang="hu-HU" dirty="0" smtClean="0"/>
          </a:p>
          <a:p>
            <a:r>
              <a:rPr lang="hu-HU" dirty="0" err="1" smtClean="0"/>
              <a:t>PhpMyAdmin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(a használt program/szolgáltatás/felület)</a:t>
            </a:r>
          </a:p>
          <a:p>
            <a:r>
              <a:rPr lang="hu-HU" dirty="0" err="1" smtClean="0"/>
              <a:t>Stored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(milyen adatokat kellett tárolni)</a:t>
            </a:r>
          </a:p>
          <a:p>
            <a:pPr lvl="1"/>
            <a:r>
              <a:rPr lang="hu-HU" dirty="0" smtClean="0"/>
              <a:t>Tábla1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(felsoroljuk az összes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táblát (cél, tartalom, struktúra))</a:t>
            </a:r>
            <a:endParaRPr lang="hu-HU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hu-HU" dirty="0" smtClean="0"/>
              <a:t>Tábla2</a:t>
            </a:r>
          </a:p>
          <a:p>
            <a:pPr lvl="1"/>
            <a:r>
              <a:rPr lang="hu-HU" dirty="0" smtClean="0"/>
              <a:t>…</a:t>
            </a:r>
          </a:p>
          <a:p>
            <a:pPr lvl="1"/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541821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Testing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Mely részek hogyan lettek tesztelve</a:t>
            </a:r>
          </a:p>
          <a:p>
            <a:pPr lvl="1"/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(képek, ábrák bevágása)</a:t>
            </a:r>
            <a:endParaRPr lang="hu-HU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704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Challenges</a:t>
            </a:r>
            <a:r>
              <a:rPr lang="hu-HU" dirty="0" smtClean="0"/>
              <a:t> &amp; </a:t>
            </a:r>
            <a:r>
              <a:rPr lang="hu-HU" dirty="0" err="1" smtClean="0"/>
              <a:t>future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 smtClean="0"/>
              <a:t>Emerged</a:t>
            </a:r>
            <a:r>
              <a:rPr lang="hu-HU" dirty="0" smtClean="0"/>
              <a:t> </a:t>
            </a:r>
            <a:r>
              <a:rPr lang="hu-HU" dirty="0" err="1" smtClean="0"/>
              <a:t>issues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(milyen problémákba ütközött a csapat a projekt megírása során)</a:t>
            </a:r>
          </a:p>
          <a:p>
            <a:pPr lvl="1"/>
            <a:r>
              <a:rPr lang="hu-HU" dirty="0" err="1" smtClean="0"/>
              <a:t>Collaboration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(itt pl. nem ment olyan gördülékenyen a csapatmunka)</a:t>
            </a:r>
            <a:endParaRPr lang="hu-HU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hu-HU" dirty="0" err="1" smtClean="0"/>
              <a:t>Lack</a:t>
            </a:r>
            <a:r>
              <a:rPr lang="hu-HU" dirty="0" smtClean="0"/>
              <a:t> of </a:t>
            </a:r>
            <a:r>
              <a:rPr lang="hu-HU" dirty="0" err="1" smtClean="0"/>
              <a:t>clean</a:t>
            </a:r>
            <a:r>
              <a:rPr lang="hu-HU" dirty="0" smtClean="0"/>
              <a:t> </a:t>
            </a:r>
            <a:r>
              <a:rPr lang="hu-HU" dirty="0" err="1" smtClean="0"/>
              <a:t>code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(itt pl. nem ismertétek a tiszta kód alapelveket)</a:t>
            </a:r>
            <a:endParaRPr lang="hu-HU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hu-HU" dirty="0" smtClean="0"/>
          </a:p>
          <a:p>
            <a:r>
              <a:rPr lang="hu-HU" dirty="0" err="1" smtClean="0"/>
              <a:t>What’s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(mit lehetne még javítani/bővíteni a jelenlegi verzión)</a:t>
            </a:r>
          </a:p>
          <a:p>
            <a:pPr lvl="1"/>
            <a:r>
              <a:rPr lang="hu-HU" dirty="0" smtClean="0"/>
              <a:t>New </a:t>
            </a:r>
            <a:r>
              <a:rPr lang="hu-HU" dirty="0" err="1" smtClean="0"/>
              <a:t>functions</a:t>
            </a:r>
            <a:endParaRPr lang="hu-HU" dirty="0" smtClean="0"/>
          </a:p>
          <a:p>
            <a:pPr lvl="1"/>
            <a:r>
              <a:rPr lang="hu-HU" dirty="0" smtClean="0"/>
              <a:t>Data </a:t>
            </a:r>
            <a:r>
              <a:rPr lang="hu-HU" dirty="0" err="1" smtClean="0"/>
              <a:t>security</a:t>
            </a:r>
            <a:r>
              <a:rPr lang="hu-HU" dirty="0" smtClean="0"/>
              <a:t> </a:t>
            </a:r>
            <a:r>
              <a:rPr lang="hu-HU" dirty="0" err="1" smtClean="0"/>
              <a:t>enchancements</a:t>
            </a:r>
            <a:endParaRPr lang="hu-HU" dirty="0" smtClean="0"/>
          </a:p>
          <a:p>
            <a:pPr lvl="1"/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(úgy kell előadni, mintha még terveznétek foglalkozni ezzel a projekttel a vizsga után is)</a:t>
            </a:r>
            <a:endParaRPr lang="hu-HU" dirty="0" smtClean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328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131</TotalTime>
  <Words>429</Words>
  <Application>Microsoft Office PowerPoint</Application>
  <PresentationFormat>Szélesvásznú</PresentationFormat>
  <Paragraphs>79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Our Project Management System</vt:lpstr>
      <vt:lpstr>General overview</vt:lpstr>
      <vt:lpstr>Functionality</vt:lpstr>
      <vt:lpstr>Teamwork</vt:lpstr>
      <vt:lpstr>Technologies &amp; Tools used</vt:lpstr>
      <vt:lpstr>Frontend</vt:lpstr>
      <vt:lpstr>Backend</vt:lpstr>
      <vt:lpstr>Database</vt:lpstr>
      <vt:lpstr>Testing</vt:lpstr>
      <vt:lpstr>Challenges &amp;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Prezentáció séma</dc:title>
  <dc:creator>Kiss Ádám</dc:creator>
  <cp:lastModifiedBy>Kiss Ádám</cp:lastModifiedBy>
  <cp:revision>97</cp:revision>
  <dcterms:created xsi:type="dcterms:W3CDTF">2024-01-08T11:13:29Z</dcterms:created>
  <dcterms:modified xsi:type="dcterms:W3CDTF">2024-04-22T10:20:21Z</dcterms:modified>
</cp:coreProperties>
</file>