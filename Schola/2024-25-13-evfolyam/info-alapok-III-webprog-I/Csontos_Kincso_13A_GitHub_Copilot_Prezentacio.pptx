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A3EB0C-0FC9-4F65-9E69-39A7A22084CF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9C541E-B35C-4392-91BC-0F004FF32757}">
      <dgm:prSet/>
      <dgm:spPr/>
      <dgm:t>
        <a:bodyPr/>
        <a:lstStyle/>
        <a:p>
          <a:r>
            <a:rPr lang="en-US" baseline="0"/>
            <a:t>Egy mesterséges intelligencián alapuló kódgenerátor.</a:t>
          </a:r>
          <a:endParaRPr lang="en-US"/>
        </a:p>
      </dgm:t>
    </dgm:pt>
    <dgm:pt modelId="{119AE107-8E94-4710-BA83-03FB55A4F1D5}" type="parTrans" cxnId="{5DC04336-A19A-4B42-953E-31663B9CF4D1}">
      <dgm:prSet/>
      <dgm:spPr/>
      <dgm:t>
        <a:bodyPr/>
        <a:lstStyle/>
        <a:p>
          <a:endParaRPr lang="en-US"/>
        </a:p>
      </dgm:t>
    </dgm:pt>
    <dgm:pt modelId="{C085F42C-67FC-43FE-911F-C4F28788ED96}" type="sibTrans" cxnId="{5DC04336-A19A-4B42-953E-31663B9CF4D1}">
      <dgm:prSet/>
      <dgm:spPr/>
      <dgm:t>
        <a:bodyPr/>
        <a:lstStyle/>
        <a:p>
          <a:endParaRPr lang="en-US"/>
        </a:p>
      </dgm:t>
    </dgm:pt>
    <dgm:pt modelId="{6D083CD0-A758-43E5-9F67-7FFCA9126A19}">
      <dgm:prSet/>
      <dgm:spPr/>
      <dgm:t>
        <a:bodyPr/>
        <a:lstStyle/>
        <a:p>
          <a:r>
            <a:rPr lang="en-US" baseline="0"/>
            <a:t>Az OpenAI és a GitHub (Microsoft) közös fejlesztése.</a:t>
          </a:r>
          <a:endParaRPr lang="en-US"/>
        </a:p>
      </dgm:t>
    </dgm:pt>
    <dgm:pt modelId="{6DBC4F80-B04C-48C2-BA1E-48FFC0A431AC}" type="parTrans" cxnId="{BB060482-5E05-4700-B5D8-9C151E9DDA0F}">
      <dgm:prSet/>
      <dgm:spPr/>
      <dgm:t>
        <a:bodyPr/>
        <a:lstStyle/>
        <a:p>
          <a:endParaRPr lang="en-US"/>
        </a:p>
      </dgm:t>
    </dgm:pt>
    <dgm:pt modelId="{C352A8E6-C31D-4A84-8A6C-027CAA4D0352}" type="sibTrans" cxnId="{BB060482-5E05-4700-B5D8-9C151E9DDA0F}">
      <dgm:prSet/>
      <dgm:spPr/>
      <dgm:t>
        <a:bodyPr/>
        <a:lstStyle/>
        <a:p>
          <a:endParaRPr lang="en-US"/>
        </a:p>
      </dgm:t>
    </dgm:pt>
    <dgm:pt modelId="{6C8F7F0F-63AA-4D25-B5E7-96A22D6904FE}">
      <dgm:prSet/>
      <dgm:spPr/>
      <dgm:t>
        <a:bodyPr/>
        <a:lstStyle/>
        <a:p>
          <a:r>
            <a:rPr lang="en-US" baseline="0"/>
            <a:t>Visual Studio Code-ba, JetBrains IDE-kbe beépíthető.</a:t>
          </a:r>
          <a:endParaRPr lang="en-US"/>
        </a:p>
      </dgm:t>
    </dgm:pt>
    <dgm:pt modelId="{1D8231BC-176D-474C-8234-14AC115E328C}" type="parTrans" cxnId="{95116AC6-F6D5-47D6-A3ED-2B2731536D1F}">
      <dgm:prSet/>
      <dgm:spPr/>
      <dgm:t>
        <a:bodyPr/>
        <a:lstStyle/>
        <a:p>
          <a:endParaRPr lang="en-US"/>
        </a:p>
      </dgm:t>
    </dgm:pt>
    <dgm:pt modelId="{0AEAC011-70E0-45E4-B4E5-4908C990479A}" type="sibTrans" cxnId="{95116AC6-F6D5-47D6-A3ED-2B2731536D1F}">
      <dgm:prSet/>
      <dgm:spPr/>
      <dgm:t>
        <a:bodyPr/>
        <a:lstStyle/>
        <a:p>
          <a:endParaRPr lang="en-US"/>
        </a:p>
      </dgm:t>
    </dgm:pt>
    <dgm:pt modelId="{1C4A77B6-664D-458C-88A5-4D6385B6E294}">
      <dgm:prSet/>
      <dgm:spPr/>
      <dgm:t>
        <a:bodyPr/>
        <a:lstStyle/>
        <a:p>
          <a:r>
            <a:rPr lang="en-US" baseline="0"/>
            <a:t>Cél: segíti a fejlesztőket a gyorsabb, hatékonyabb munkában.</a:t>
          </a:r>
          <a:endParaRPr lang="en-US"/>
        </a:p>
      </dgm:t>
    </dgm:pt>
    <dgm:pt modelId="{CD09F1AE-AB68-4A44-B4BA-3B8E34126DAF}" type="parTrans" cxnId="{942A9963-D6A8-4589-ADE9-FFF77CF9BCE7}">
      <dgm:prSet/>
      <dgm:spPr/>
      <dgm:t>
        <a:bodyPr/>
        <a:lstStyle/>
        <a:p>
          <a:endParaRPr lang="en-US"/>
        </a:p>
      </dgm:t>
    </dgm:pt>
    <dgm:pt modelId="{E27FB656-89A4-492F-BBDA-03E75D5A609F}" type="sibTrans" cxnId="{942A9963-D6A8-4589-ADE9-FFF77CF9BCE7}">
      <dgm:prSet/>
      <dgm:spPr/>
      <dgm:t>
        <a:bodyPr/>
        <a:lstStyle/>
        <a:p>
          <a:endParaRPr lang="en-US"/>
        </a:p>
      </dgm:t>
    </dgm:pt>
    <dgm:pt modelId="{5EE9CF86-5678-400C-8939-3C807C480723}" type="pres">
      <dgm:prSet presAssocID="{A2A3EB0C-0FC9-4F65-9E69-39A7A22084CF}" presName="outerComposite" presStyleCnt="0">
        <dgm:presLayoutVars>
          <dgm:chMax val="5"/>
          <dgm:dir/>
          <dgm:resizeHandles val="exact"/>
        </dgm:presLayoutVars>
      </dgm:prSet>
      <dgm:spPr/>
    </dgm:pt>
    <dgm:pt modelId="{F0F22B9D-9466-49CA-96FC-52C2944606F6}" type="pres">
      <dgm:prSet presAssocID="{A2A3EB0C-0FC9-4F65-9E69-39A7A22084CF}" presName="dummyMaxCanvas" presStyleCnt="0">
        <dgm:presLayoutVars/>
      </dgm:prSet>
      <dgm:spPr/>
    </dgm:pt>
    <dgm:pt modelId="{367CEF1C-9A3D-40F7-9901-57B89A1C71B3}" type="pres">
      <dgm:prSet presAssocID="{A2A3EB0C-0FC9-4F65-9E69-39A7A22084CF}" presName="FourNodes_1" presStyleLbl="node1" presStyleIdx="0" presStyleCnt="4">
        <dgm:presLayoutVars>
          <dgm:bulletEnabled val="1"/>
        </dgm:presLayoutVars>
      </dgm:prSet>
      <dgm:spPr/>
    </dgm:pt>
    <dgm:pt modelId="{F355992B-516B-42A7-8249-4BB3315D298C}" type="pres">
      <dgm:prSet presAssocID="{A2A3EB0C-0FC9-4F65-9E69-39A7A22084CF}" presName="FourNodes_2" presStyleLbl="node1" presStyleIdx="1" presStyleCnt="4">
        <dgm:presLayoutVars>
          <dgm:bulletEnabled val="1"/>
        </dgm:presLayoutVars>
      </dgm:prSet>
      <dgm:spPr/>
    </dgm:pt>
    <dgm:pt modelId="{8259069A-A771-4AED-8C89-3643C71AA9CF}" type="pres">
      <dgm:prSet presAssocID="{A2A3EB0C-0FC9-4F65-9E69-39A7A22084CF}" presName="FourNodes_3" presStyleLbl="node1" presStyleIdx="2" presStyleCnt="4">
        <dgm:presLayoutVars>
          <dgm:bulletEnabled val="1"/>
        </dgm:presLayoutVars>
      </dgm:prSet>
      <dgm:spPr/>
    </dgm:pt>
    <dgm:pt modelId="{69E0A757-EAF3-40D9-9C42-1C53647BDDB4}" type="pres">
      <dgm:prSet presAssocID="{A2A3EB0C-0FC9-4F65-9E69-39A7A22084CF}" presName="FourNodes_4" presStyleLbl="node1" presStyleIdx="3" presStyleCnt="4">
        <dgm:presLayoutVars>
          <dgm:bulletEnabled val="1"/>
        </dgm:presLayoutVars>
      </dgm:prSet>
      <dgm:spPr/>
    </dgm:pt>
    <dgm:pt modelId="{CAD9EE46-62E8-46D3-B0D1-C75683D8FFD2}" type="pres">
      <dgm:prSet presAssocID="{A2A3EB0C-0FC9-4F65-9E69-39A7A22084CF}" presName="FourConn_1-2" presStyleLbl="fgAccFollowNode1" presStyleIdx="0" presStyleCnt="3">
        <dgm:presLayoutVars>
          <dgm:bulletEnabled val="1"/>
        </dgm:presLayoutVars>
      </dgm:prSet>
      <dgm:spPr/>
    </dgm:pt>
    <dgm:pt modelId="{DC7A4A2E-593D-4E08-B802-9E14E1A51386}" type="pres">
      <dgm:prSet presAssocID="{A2A3EB0C-0FC9-4F65-9E69-39A7A22084CF}" presName="FourConn_2-3" presStyleLbl="fgAccFollowNode1" presStyleIdx="1" presStyleCnt="3">
        <dgm:presLayoutVars>
          <dgm:bulletEnabled val="1"/>
        </dgm:presLayoutVars>
      </dgm:prSet>
      <dgm:spPr/>
    </dgm:pt>
    <dgm:pt modelId="{B556AF76-0210-43F9-A809-0186FEF26490}" type="pres">
      <dgm:prSet presAssocID="{A2A3EB0C-0FC9-4F65-9E69-39A7A22084CF}" presName="FourConn_3-4" presStyleLbl="fgAccFollowNode1" presStyleIdx="2" presStyleCnt="3">
        <dgm:presLayoutVars>
          <dgm:bulletEnabled val="1"/>
        </dgm:presLayoutVars>
      </dgm:prSet>
      <dgm:spPr/>
    </dgm:pt>
    <dgm:pt modelId="{D2997C9B-40E5-4F41-AAC7-1D2D958F9793}" type="pres">
      <dgm:prSet presAssocID="{A2A3EB0C-0FC9-4F65-9E69-39A7A22084CF}" presName="FourNodes_1_text" presStyleLbl="node1" presStyleIdx="3" presStyleCnt="4">
        <dgm:presLayoutVars>
          <dgm:bulletEnabled val="1"/>
        </dgm:presLayoutVars>
      </dgm:prSet>
      <dgm:spPr/>
    </dgm:pt>
    <dgm:pt modelId="{C2C5E306-2B53-4EAB-BDCF-A6754FF5DEC6}" type="pres">
      <dgm:prSet presAssocID="{A2A3EB0C-0FC9-4F65-9E69-39A7A22084CF}" presName="FourNodes_2_text" presStyleLbl="node1" presStyleIdx="3" presStyleCnt="4">
        <dgm:presLayoutVars>
          <dgm:bulletEnabled val="1"/>
        </dgm:presLayoutVars>
      </dgm:prSet>
      <dgm:spPr/>
    </dgm:pt>
    <dgm:pt modelId="{2DAE3620-6FB8-42E9-AD1F-E71478BB8D42}" type="pres">
      <dgm:prSet presAssocID="{A2A3EB0C-0FC9-4F65-9E69-39A7A22084CF}" presName="FourNodes_3_text" presStyleLbl="node1" presStyleIdx="3" presStyleCnt="4">
        <dgm:presLayoutVars>
          <dgm:bulletEnabled val="1"/>
        </dgm:presLayoutVars>
      </dgm:prSet>
      <dgm:spPr/>
    </dgm:pt>
    <dgm:pt modelId="{EC31DA5C-E4C1-4A06-9A70-87D36D22F937}" type="pres">
      <dgm:prSet presAssocID="{A2A3EB0C-0FC9-4F65-9E69-39A7A22084C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3E8E71C-27C8-4799-B948-F6656E61583B}" type="presOf" srcId="{6C8F7F0F-63AA-4D25-B5E7-96A22D6904FE}" destId="{2DAE3620-6FB8-42E9-AD1F-E71478BB8D42}" srcOrd="1" destOrd="0" presId="urn:microsoft.com/office/officeart/2005/8/layout/vProcess5"/>
    <dgm:cxn modelId="{95A4B521-A6D9-4B70-9A9F-AE8AE918693B}" type="presOf" srcId="{C352A8E6-C31D-4A84-8A6C-027CAA4D0352}" destId="{DC7A4A2E-593D-4E08-B802-9E14E1A51386}" srcOrd="0" destOrd="0" presId="urn:microsoft.com/office/officeart/2005/8/layout/vProcess5"/>
    <dgm:cxn modelId="{5DC04336-A19A-4B42-953E-31663B9CF4D1}" srcId="{A2A3EB0C-0FC9-4F65-9E69-39A7A22084CF}" destId="{C09C541E-B35C-4392-91BC-0F004FF32757}" srcOrd="0" destOrd="0" parTransId="{119AE107-8E94-4710-BA83-03FB55A4F1D5}" sibTransId="{C085F42C-67FC-43FE-911F-C4F28788ED96}"/>
    <dgm:cxn modelId="{942A9963-D6A8-4589-ADE9-FFF77CF9BCE7}" srcId="{A2A3EB0C-0FC9-4F65-9E69-39A7A22084CF}" destId="{1C4A77B6-664D-458C-88A5-4D6385B6E294}" srcOrd="3" destOrd="0" parTransId="{CD09F1AE-AB68-4A44-B4BA-3B8E34126DAF}" sibTransId="{E27FB656-89A4-492F-BBDA-03E75D5A609F}"/>
    <dgm:cxn modelId="{AA51D67A-3810-4A31-A672-2325A1D52181}" type="presOf" srcId="{1C4A77B6-664D-458C-88A5-4D6385B6E294}" destId="{EC31DA5C-E4C1-4A06-9A70-87D36D22F937}" srcOrd="1" destOrd="0" presId="urn:microsoft.com/office/officeart/2005/8/layout/vProcess5"/>
    <dgm:cxn modelId="{BB060482-5E05-4700-B5D8-9C151E9DDA0F}" srcId="{A2A3EB0C-0FC9-4F65-9E69-39A7A22084CF}" destId="{6D083CD0-A758-43E5-9F67-7FFCA9126A19}" srcOrd="1" destOrd="0" parTransId="{6DBC4F80-B04C-48C2-BA1E-48FFC0A431AC}" sibTransId="{C352A8E6-C31D-4A84-8A6C-027CAA4D0352}"/>
    <dgm:cxn modelId="{32548383-B219-42BD-8854-DB22A498C151}" type="presOf" srcId="{0AEAC011-70E0-45E4-B4E5-4908C990479A}" destId="{B556AF76-0210-43F9-A809-0186FEF26490}" srcOrd="0" destOrd="0" presId="urn:microsoft.com/office/officeart/2005/8/layout/vProcess5"/>
    <dgm:cxn modelId="{45075B88-F8EC-4421-8064-A3E0525493B2}" type="presOf" srcId="{1C4A77B6-664D-458C-88A5-4D6385B6E294}" destId="{69E0A757-EAF3-40D9-9C42-1C53647BDDB4}" srcOrd="0" destOrd="0" presId="urn:microsoft.com/office/officeart/2005/8/layout/vProcess5"/>
    <dgm:cxn modelId="{DB950996-31D9-4325-AEA9-4902255B9484}" type="presOf" srcId="{C09C541E-B35C-4392-91BC-0F004FF32757}" destId="{D2997C9B-40E5-4F41-AAC7-1D2D958F9793}" srcOrd="1" destOrd="0" presId="urn:microsoft.com/office/officeart/2005/8/layout/vProcess5"/>
    <dgm:cxn modelId="{6A76509F-2864-483C-97CC-32F3C1FD0972}" type="presOf" srcId="{A2A3EB0C-0FC9-4F65-9E69-39A7A22084CF}" destId="{5EE9CF86-5678-400C-8939-3C807C480723}" srcOrd="0" destOrd="0" presId="urn:microsoft.com/office/officeart/2005/8/layout/vProcess5"/>
    <dgm:cxn modelId="{BCC79AB8-E3B8-4B7F-A9DE-1C2DE972906B}" type="presOf" srcId="{6C8F7F0F-63AA-4D25-B5E7-96A22D6904FE}" destId="{8259069A-A771-4AED-8C89-3643C71AA9CF}" srcOrd="0" destOrd="0" presId="urn:microsoft.com/office/officeart/2005/8/layout/vProcess5"/>
    <dgm:cxn modelId="{95116AC6-F6D5-47D6-A3ED-2B2731536D1F}" srcId="{A2A3EB0C-0FC9-4F65-9E69-39A7A22084CF}" destId="{6C8F7F0F-63AA-4D25-B5E7-96A22D6904FE}" srcOrd="2" destOrd="0" parTransId="{1D8231BC-176D-474C-8234-14AC115E328C}" sibTransId="{0AEAC011-70E0-45E4-B4E5-4908C990479A}"/>
    <dgm:cxn modelId="{9461A1C7-789D-4059-B111-E65CC8AF86BB}" type="presOf" srcId="{C085F42C-67FC-43FE-911F-C4F28788ED96}" destId="{CAD9EE46-62E8-46D3-B0D1-C75683D8FFD2}" srcOrd="0" destOrd="0" presId="urn:microsoft.com/office/officeart/2005/8/layout/vProcess5"/>
    <dgm:cxn modelId="{E59057CC-48CA-47D3-8CB6-2BE020BF0591}" type="presOf" srcId="{6D083CD0-A758-43E5-9F67-7FFCA9126A19}" destId="{C2C5E306-2B53-4EAB-BDCF-A6754FF5DEC6}" srcOrd="1" destOrd="0" presId="urn:microsoft.com/office/officeart/2005/8/layout/vProcess5"/>
    <dgm:cxn modelId="{1F8105E3-1C1B-4BE1-BB90-B567AF6094BF}" type="presOf" srcId="{C09C541E-B35C-4392-91BC-0F004FF32757}" destId="{367CEF1C-9A3D-40F7-9901-57B89A1C71B3}" srcOrd="0" destOrd="0" presId="urn:microsoft.com/office/officeart/2005/8/layout/vProcess5"/>
    <dgm:cxn modelId="{1877CDE5-01B2-4ACB-B8C7-F401C8F9CFD0}" type="presOf" srcId="{6D083CD0-A758-43E5-9F67-7FFCA9126A19}" destId="{F355992B-516B-42A7-8249-4BB3315D298C}" srcOrd="0" destOrd="0" presId="urn:microsoft.com/office/officeart/2005/8/layout/vProcess5"/>
    <dgm:cxn modelId="{814C6218-FF4A-4A40-9ADF-9DCF52119720}" type="presParOf" srcId="{5EE9CF86-5678-400C-8939-3C807C480723}" destId="{F0F22B9D-9466-49CA-96FC-52C2944606F6}" srcOrd="0" destOrd="0" presId="urn:microsoft.com/office/officeart/2005/8/layout/vProcess5"/>
    <dgm:cxn modelId="{CA52C084-8366-426D-93F5-2345EF629025}" type="presParOf" srcId="{5EE9CF86-5678-400C-8939-3C807C480723}" destId="{367CEF1C-9A3D-40F7-9901-57B89A1C71B3}" srcOrd="1" destOrd="0" presId="urn:microsoft.com/office/officeart/2005/8/layout/vProcess5"/>
    <dgm:cxn modelId="{6C68C89D-2AE5-4888-822D-2E4E7E2B976E}" type="presParOf" srcId="{5EE9CF86-5678-400C-8939-3C807C480723}" destId="{F355992B-516B-42A7-8249-4BB3315D298C}" srcOrd="2" destOrd="0" presId="urn:microsoft.com/office/officeart/2005/8/layout/vProcess5"/>
    <dgm:cxn modelId="{6B53E43D-2198-42F9-9F5A-A787B0737FB1}" type="presParOf" srcId="{5EE9CF86-5678-400C-8939-3C807C480723}" destId="{8259069A-A771-4AED-8C89-3643C71AA9CF}" srcOrd="3" destOrd="0" presId="urn:microsoft.com/office/officeart/2005/8/layout/vProcess5"/>
    <dgm:cxn modelId="{B8EDB8A1-EDF0-4279-A082-6EF5D0EC6DEF}" type="presParOf" srcId="{5EE9CF86-5678-400C-8939-3C807C480723}" destId="{69E0A757-EAF3-40D9-9C42-1C53647BDDB4}" srcOrd="4" destOrd="0" presId="urn:microsoft.com/office/officeart/2005/8/layout/vProcess5"/>
    <dgm:cxn modelId="{48E4E2A9-CD57-4DB6-80B7-E6262B9441CE}" type="presParOf" srcId="{5EE9CF86-5678-400C-8939-3C807C480723}" destId="{CAD9EE46-62E8-46D3-B0D1-C75683D8FFD2}" srcOrd="5" destOrd="0" presId="urn:microsoft.com/office/officeart/2005/8/layout/vProcess5"/>
    <dgm:cxn modelId="{808FAF1B-3A96-4699-83E1-86B8C03F6D11}" type="presParOf" srcId="{5EE9CF86-5678-400C-8939-3C807C480723}" destId="{DC7A4A2E-593D-4E08-B802-9E14E1A51386}" srcOrd="6" destOrd="0" presId="urn:microsoft.com/office/officeart/2005/8/layout/vProcess5"/>
    <dgm:cxn modelId="{59BDAB44-76D3-4620-BBD9-98AF95ED8661}" type="presParOf" srcId="{5EE9CF86-5678-400C-8939-3C807C480723}" destId="{B556AF76-0210-43F9-A809-0186FEF26490}" srcOrd="7" destOrd="0" presId="urn:microsoft.com/office/officeart/2005/8/layout/vProcess5"/>
    <dgm:cxn modelId="{2CCA454C-0F33-464A-89F3-039521E9926C}" type="presParOf" srcId="{5EE9CF86-5678-400C-8939-3C807C480723}" destId="{D2997C9B-40E5-4F41-AAC7-1D2D958F9793}" srcOrd="8" destOrd="0" presId="urn:microsoft.com/office/officeart/2005/8/layout/vProcess5"/>
    <dgm:cxn modelId="{C0796BA2-B09C-4E9D-BD14-6D878CA1BBFD}" type="presParOf" srcId="{5EE9CF86-5678-400C-8939-3C807C480723}" destId="{C2C5E306-2B53-4EAB-BDCF-A6754FF5DEC6}" srcOrd="9" destOrd="0" presId="urn:microsoft.com/office/officeart/2005/8/layout/vProcess5"/>
    <dgm:cxn modelId="{0ADB019C-62CE-419D-96DC-E2E61C6A0424}" type="presParOf" srcId="{5EE9CF86-5678-400C-8939-3C807C480723}" destId="{2DAE3620-6FB8-42E9-AD1F-E71478BB8D42}" srcOrd="10" destOrd="0" presId="urn:microsoft.com/office/officeart/2005/8/layout/vProcess5"/>
    <dgm:cxn modelId="{C505763D-4F09-4A5A-9F1F-951219DEC2D1}" type="presParOf" srcId="{5EE9CF86-5678-400C-8939-3C807C480723}" destId="{EC31DA5C-E4C1-4A06-9A70-87D36D22F93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EFF860-4C0F-429F-8701-CFD9F863F375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A4829EC-E28E-4D42-907B-6DF9EDBA89A4}">
      <dgm:prSet/>
      <dgm:spPr/>
      <dgm:t>
        <a:bodyPr/>
        <a:lstStyle/>
        <a:p>
          <a:r>
            <a:rPr lang="en-US" baseline="0"/>
            <a:t>A Copilot egy nagy nyelvi modellre (GPT-típus) épül.</a:t>
          </a:r>
          <a:endParaRPr lang="en-US"/>
        </a:p>
      </dgm:t>
    </dgm:pt>
    <dgm:pt modelId="{A0E6D330-ECB7-4505-AAC6-948E8B7255F4}" type="parTrans" cxnId="{4BC03035-80E0-44EC-AEFE-411AD92A87D6}">
      <dgm:prSet/>
      <dgm:spPr/>
      <dgm:t>
        <a:bodyPr/>
        <a:lstStyle/>
        <a:p>
          <a:endParaRPr lang="en-US"/>
        </a:p>
      </dgm:t>
    </dgm:pt>
    <dgm:pt modelId="{5FA7F83B-9714-4CBC-9525-8E7498C5A391}" type="sibTrans" cxnId="{4BC03035-80E0-44EC-AEFE-411AD92A87D6}">
      <dgm:prSet/>
      <dgm:spPr/>
      <dgm:t>
        <a:bodyPr/>
        <a:lstStyle/>
        <a:p>
          <a:endParaRPr lang="en-US"/>
        </a:p>
      </dgm:t>
    </dgm:pt>
    <dgm:pt modelId="{633266D4-EF8C-4250-BA69-6BACA64DB4CF}">
      <dgm:prSet/>
      <dgm:spPr/>
      <dgm:t>
        <a:bodyPr/>
        <a:lstStyle/>
        <a:p>
          <a:r>
            <a:rPr lang="en-US" baseline="0"/>
            <a:t>A kódod kontextusa alapján tippel, mit szeretnél írni.</a:t>
          </a:r>
          <a:endParaRPr lang="en-US"/>
        </a:p>
      </dgm:t>
    </dgm:pt>
    <dgm:pt modelId="{7E223400-E8B1-4BA0-9FD4-BEB440FA3FC3}" type="parTrans" cxnId="{1BFC9D64-350C-4853-ACF7-C37EE6D76866}">
      <dgm:prSet/>
      <dgm:spPr/>
      <dgm:t>
        <a:bodyPr/>
        <a:lstStyle/>
        <a:p>
          <a:endParaRPr lang="en-US"/>
        </a:p>
      </dgm:t>
    </dgm:pt>
    <dgm:pt modelId="{C10742A0-B25B-43B7-A287-9546A61A92DC}" type="sibTrans" cxnId="{1BFC9D64-350C-4853-ACF7-C37EE6D76866}">
      <dgm:prSet/>
      <dgm:spPr/>
      <dgm:t>
        <a:bodyPr/>
        <a:lstStyle/>
        <a:p>
          <a:endParaRPr lang="en-US"/>
        </a:p>
      </dgm:t>
    </dgm:pt>
    <dgm:pt modelId="{7C06C556-F231-490F-8D1A-D3CCC340172F}">
      <dgm:prSet/>
      <dgm:spPr/>
      <dgm:t>
        <a:bodyPr/>
        <a:lstStyle/>
        <a:p>
          <a:r>
            <a:rPr lang="en-US" baseline="0"/>
            <a:t>Teljes függvényeket is generál.</a:t>
          </a:r>
          <a:endParaRPr lang="en-US"/>
        </a:p>
      </dgm:t>
    </dgm:pt>
    <dgm:pt modelId="{1C2BA95C-4EF2-4ECF-AE71-579A8D618C81}" type="parTrans" cxnId="{23C5A5F2-B004-4A88-8E9D-BF27EDFBA51C}">
      <dgm:prSet/>
      <dgm:spPr/>
      <dgm:t>
        <a:bodyPr/>
        <a:lstStyle/>
        <a:p>
          <a:endParaRPr lang="en-US"/>
        </a:p>
      </dgm:t>
    </dgm:pt>
    <dgm:pt modelId="{E657437F-2002-4A38-862F-43F95269FF99}" type="sibTrans" cxnId="{23C5A5F2-B004-4A88-8E9D-BF27EDFBA51C}">
      <dgm:prSet/>
      <dgm:spPr/>
      <dgm:t>
        <a:bodyPr/>
        <a:lstStyle/>
        <a:p>
          <a:endParaRPr lang="en-US"/>
        </a:p>
      </dgm:t>
    </dgm:pt>
    <dgm:pt modelId="{EEC30F1A-EBDD-48D3-825D-48467D60C11A}">
      <dgm:prSet/>
      <dgm:spPr/>
      <dgm:t>
        <a:bodyPr/>
        <a:lstStyle/>
        <a:p>
          <a:r>
            <a:rPr lang="en-US" baseline="0"/>
            <a:t>Példa: `function getWeather()` – ő már sejti, mit akarsz.</a:t>
          </a:r>
          <a:endParaRPr lang="en-US"/>
        </a:p>
      </dgm:t>
    </dgm:pt>
    <dgm:pt modelId="{7CEA83DE-80B4-4EF7-9D4F-CB4E96AC1D95}" type="parTrans" cxnId="{8966DCEB-04F2-4B48-8F39-1CEF592423BE}">
      <dgm:prSet/>
      <dgm:spPr/>
      <dgm:t>
        <a:bodyPr/>
        <a:lstStyle/>
        <a:p>
          <a:endParaRPr lang="en-US"/>
        </a:p>
      </dgm:t>
    </dgm:pt>
    <dgm:pt modelId="{44B1E2A8-79C3-4125-801E-10E6B774329A}" type="sibTrans" cxnId="{8966DCEB-04F2-4B48-8F39-1CEF592423BE}">
      <dgm:prSet/>
      <dgm:spPr/>
      <dgm:t>
        <a:bodyPr/>
        <a:lstStyle/>
        <a:p>
          <a:endParaRPr lang="en-US"/>
        </a:p>
      </dgm:t>
    </dgm:pt>
    <dgm:pt modelId="{F7DD9837-864B-494B-9483-BCF5E06987A9}" type="pres">
      <dgm:prSet presAssocID="{DCEFF860-4C0F-429F-8701-CFD9F863F375}" presName="linear" presStyleCnt="0">
        <dgm:presLayoutVars>
          <dgm:animLvl val="lvl"/>
          <dgm:resizeHandles val="exact"/>
        </dgm:presLayoutVars>
      </dgm:prSet>
      <dgm:spPr/>
    </dgm:pt>
    <dgm:pt modelId="{5A17EABE-6778-4809-A961-3B1A08247AFE}" type="pres">
      <dgm:prSet presAssocID="{BA4829EC-E28E-4D42-907B-6DF9EDBA89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272B92-0098-4147-B5FD-1F938CA7C256}" type="pres">
      <dgm:prSet presAssocID="{5FA7F83B-9714-4CBC-9525-8E7498C5A391}" presName="spacer" presStyleCnt="0"/>
      <dgm:spPr/>
    </dgm:pt>
    <dgm:pt modelId="{85827434-4DB5-4956-94F9-C4296127C892}" type="pres">
      <dgm:prSet presAssocID="{633266D4-EF8C-4250-BA69-6BACA64DB4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697AA50-EB4D-4BD6-9CEE-E6ED37B7537C}" type="pres">
      <dgm:prSet presAssocID="{C10742A0-B25B-43B7-A287-9546A61A92DC}" presName="spacer" presStyleCnt="0"/>
      <dgm:spPr/>
    </dgm:pt>
    <dgm:pt modelId="{822416B8-A3D6-4BE2-9863-56D9F35205E3}" type="pres">
      <dgm:prSet presAssocID="{7C06C556-F231-490F-8D1A-D3CCC34017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04A027-5E04-4E81-ABE0-FB2EF6A8B281}" type="pres">
      <dgm:prSet presAssocID="{E657437F-2002-4A38-862F-43F95269FF99}" presName="spacer" presStyleCnt="0"/>
      <dgm:spPr/>
    </dgm:pt>
    <dgm:pt modelId="{1A512523-022C-4565-BB25-98352D4AC8A2}" type="pres">
      <dgm:prSet presAssocID="{EEC30F1A-EBDD-48D3-825D-48467D60C1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30431E-5556-4959-B054-830A749731CD}" type="presOf" srcId="{DCEFF860-4C0F-429F-8701-CFD9F863F375}" destId="{F7DD9837-864B-494B-9483-BCF5E06987A9}" srcOrd="0" destOrd="0" presId="urn:microsoft.com/office/officeart/2005/8/layout/vList2"/>
    <dgm:cxn modelId="{4BC03035-80E0-44EC-AEFE-411AD92A87D6}" srcId="{DCEFF860-4C0F-429F-8701-CFD9F863F375}" destId="{BA4829EC-E28E-4D42-907B-6DF9EDBA89A4}" srcOrd="0" destOrd="0" parTransId="{A0E6D330-ECB7-4505-AAC6-948E8B7255F4}" sibTransId="{5FA7F83B-9714-4CBC-9525-8E7498C5A391}"/>
    <dgm:cxn modelId="{1BFC9D64-350C-4853-ACF7-C37EE6D76866}" srcId="{DCEFF860-4C0F-429F-8701-CFD9F863F375}" destId="{633266D4-EF8C-4250-BA69-6BACA64DB4CF}" srcOrd="1" destOrd="0" parTransId="{7E223400-E8B1-4BA0-9FD4-BEB440FA3FC3}" sibTransId="{C10742A0-B25B-43B7-A287-9546A61A92DC}"/>
    <dgm:cxn modelId="{074FD7A4-5305-431F-8DB4-EF16EBF19046}" type="presOf" srcId="{BA4829EC-E28E-4D42-907B-6DF9EDBA89A4}" destId="{5A17EABE-6778-4809-A961-3B1A08247AFE}" srcOrd="0" destOrd="0" presId="urn:microsoft.com/office/officeart/2005/8/layout/vList2"/>
    <dgm:cxn modelId="{A6C307B5-251E-402F-BEDF-8334374D9CA6}" type="presOf" srcId="{EEC30F1A-EBDD-48D3-825D-48467D60C11A}" destId="{1A512523-022C-4565-BB25-98352D4AC8A2}" srcOrd="0" destOrd="0" presId="urn:microsoft.com/office/officeart/2005/8/layout/vList2"/>
    <dgm:cxn modelId="{98B413C7-435C-4DA3-BCB8-48E6A99395D2}" type="presOf" srcId="{633266D4-EF8C-4250-BA69-6BACA64DB4CF}" destId="{85827434-4DB5-4956-94F9-C4296127C892}" srcOrd="0" destOrd="0" presId="urn:microsoft.com/office/officeart/2005/8/layout/vList2"/>
    <dgm:cxn modelId="{06821AE9-9F38-44A0-97D5-B3B8505E7139}" type="presOf" srcId="{7C06C556-F231-490F-8D1A-D3CCC340172F}" destId="{822416B8-A3D6-4BE2-9863-56D9F35205E3}" srcOrd="0" destOrd="0" presId="urn:microsoft.com/office/officeart/2005/8/layout/vList2"/>
    <dgm:cxn modelId="{8966DCEB-04F2-4B48-8F39-1CEF592423BE}" srcId="{DCEFF860-4C0F-429F-8701-CFD9F863F375}" destId="{EEC30F1A-EBDD-48D3-825D-48467D60C11A}" srcOrd="3" destOrd="0" parTransId="{7CEA83DE-80B4-4EF7-9D4F-CB4E96AC1D95}" sibTransId="{44B1E2A8-79C3-4125-801E-10E6B774329A}"/>
    <dgm:cxn modelId="{23C5A5F2-B004-4A88-8E9D-BF27EDFBA51C}" srcId="{DCEFF860-4C0F-429F-8701-CFD9F863F375}" destId="{7C06C556-F231-490F-8D1A-D3CCC340172F}" srcOrd="2" destOrd="0" parTransId="{1C2BA95C-4EF2-4ECF-AE71-579A8D618C81}" sibTransId="{E657437F-2002-4A38-862F-43F95269FF99}"/>
    <dgm:cxn modelId="{A860BB97-67E1-42F7-AC66-CDF22D4078EE}" type="presParOf" srcId="{F7DD9837-864B-494B-9483-BCF5E06987A9}" destId="{5A17EABE-6778-4809-A961-3B1A08247AFE}" srcOrd="0" destOrd="0" presId="urn:microsoft.com/office/officeart/2005/8/layout/vList2"/>
    <dgm:cxn modelId="{A7F4D255-5110-4B76-9183-558E5E1AC8F3}" type="presParOf" srcId="{F7DD9837-864B-494B-9483-BCF5E06987A9}" destId="{78272B92-0098-4147-B5FD-1F938CA7C256}" srcOrd="1" destOrd="0" presId="urn:microsoft.com/office/officeart/2005/8/layout/vList2"/>
    <dgm:cxn modelId="{45E91EFD-E8C5-44FB-AEC2-8CCA375492DC}" type="presParOf" srcId="{F7DD9837-864B-494B-9483-BCF5E06987A9}" destId="{85827434-4DB5-4956-94F9-C4296127C892}" srcOrd="2" destOrd="0" presId="urn:microsoft.com/office/officeart/2005/8/layout/vList2"/>
    <dgm:cxn modelId="{F8682249-5A18-4279-A8A7-277CE85C57DB}" type="presParOf" srcId="{F7DD9837-864B-494B-9483-BCF5E06987A9}" destId="{6697AA50-EB4D-4BD6-9CEE-E6ED37B7537C}" srcOrd="3" destOrd="0" presId="urn:microsoft.com/office/officeart/2005/8/layout/vList2"/>
    <dgm:cxn modelId="{350CA648-5183-4A7B-8A89-A4536A42DB74}" type="presParOf" srcId="{F7DD9837-864B-494B-9483-BCF5E06987A9}" destId="{822416B8-A3D6-4BE2-9863-56D9F35205E3}" srcOrd="4" destOrd="0" presId="urn:microsoft.com/office/officeart/2005/8/layout/vList2"/>
    <dgm:cxn modelId="{89B2A84E-685A-4D15-83AF-0E228E5B2721}" type="presParOf" srcId="{F7DD9837-864B-494B-9483-BCF5E06987A9}" destId="{6B04A027-5E04-4E81-ABE0-FB2EF6A8B281}" srcOrd="5" destOrd="0" presId="urn:microsoft.com/office/officeart/2005/8/layout/vList2"/>
    <dgm:cxn modelId="{70CFAAC4-C5D2-4324-8E3E-5A92D81F0325}" type="presParOf" srcId="{F7DD9837-864B-494B-9483-BCF5E06987A9}" destId="{1A512523-022C-4565-BB25-98352D4AC8A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FA091C-CA3D-4272-8E9F-54CE4DBDCEE9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68E211-B7DE-4EFD-BDC4-29786E18A4A6}">
      <dgm:prSet/>
      <dgm:spPr/>
      <dgm:t>
        <a:bodyPr/>
        <a:lstStyle/>
        <a:p>
          <a:r>
            <a:rPr lang="en-US" baseline="0"/>
            <a:t>Kódrészletek automatikus befejezése.</a:t>
          </a:r>
          <a:endParaRPr lang="en-US"/>
        </a:p>
      </dgm:t>
    </dgm:pt>
    <dgm:pt modelId="{1D1A1762-0307-42AB-97CB-E3FA3B648F9B}" type="parTrans" cxnId="{282C59C0-DA08-45B5-85BE-CA9FCBE4C1CF}">
      <dgm:prSet/>
      <dgm:spPr/>
      <dgm:t>
        <a:bodyPr/>
        <a:lstStyle/>
        <a:p>
          <a:endParaRPr lang="en-US"/>
        </a:p>
      </dgm:t>
    </dgm:pt>
    <dgm:pt modelId="{0B36AB75-A507-4558-B716-E18F65C5B546}" type="sibTrans" cxnId="{282C59C0-DA08-45B5-85BE-CA9FCBE4C1CF}">
      <dgm:prSet/>
      <dgm:spPr/>
      <dgm:t>
        <a:bodyPr/>
        <a:lstStyle/>
        <a:p>
          <a:endParaRPr lang="en-US"/>
        </a:p>
      </dgm:t>
    </dgm:pt>
    <dgm:pt modelId="{E1342851-2F7B-447C-88B2-F28469E79D65}">
      <dgm:prSet/>
      <dgm:spPr/>
      <dgm:t>
        <a:bodyPr/>
        <a:lstStyle/>
        <a:p>
          <a:r>
            <a:rPr lang="en-US" baseline="0"/>
            <a:t>Tesztírás, dokumentáció generálás.</a:t>
          </a:r>
          <a:endParaRPr lang="en-US"/>
        </a:p>
      </dgm:t>
    </dgm:pt>
    <dgm:pt modelId="{18FE1A3D-119A-4030-B931-CA5B7D1934A9}" type="parTrans" cxnId="{45C5A70D-0FD0-4A65-915B-2FE41241B5D1}">
      <dgm:prSet/>
      <dgm:spPr/>
      <dgm:t>
        <a:bodyPr/>
        <a:lstStyle/>
        <a:p>
          <a:endParaRPr lang="en-US"/>
        </a:p>
      </dgm:t>
    </dgm:pt>
    <dgm:pt modelId="{DD4B69C5-6189-4D9A-9B5D-C7C09962A54B}" type="sibTrans" cxnId="{45C5A70D-0FD0-4A65-915B-2FE41241B5D1}">
      <dgm:prSet/>
      <dgm:spPr/>
      <dgm:t>
        <a:bodyPr/>
        <a:lstStyle/>
        <a:p>
          <a:endParaRPr lang="en-US"/>
        </a:p>
      </dgm:t>
    </dgm:pt>
    <dgm:pt modelId="{1E6E31A2-EC21-4C38-93A9-1774EEEE1EF5}">
      <dgm:prSet/>
      <dgm:spPr/>
      <dgm:t>
        <a:bodyPr/>
        <a:lstStyle/>
        <a:p>
          <a:r>
            <a:rPr lang="en-US" baseline="0"/>
            <a:t>Több programnyelvet támogat: JavaScript, Python, Java, stb.</a:t>
          </a:r>
          <a:endParaRPr lang="en-US"/>
        </a:p>
      </dgm:t>
    </dgm:pt>
    <dgm:pt modelId="{237F9E66-F379-479E-BC2E-30B94A4C276E}" type="parTrans" cxnId="{189B91AB-2E89-4D95-95DF-06B05C0E6167}">
      <dgm:prSet/>
      <dgm:spPr/>
      <dgm:t>
        <a:bodyPr/>
        <a:lstStyle/>
        <a:p>
          <a:endParaRPr lang="en-US"/>
        </a:p>
      </dgm:t>
    </dgm:pt>
    <dgm:pt modelId="{4CC77E3F-94D3-4CE7-8A5F-3A2A0528F33E}" type="sibTrans" cxnId="{189B91AB-2E89-4D95-95DF-06B05C0E6167}">
      <dgm:prSet/>
      <dgm:spPr/>
      <dgm:t>
        <a:bodyPr/>
        <a:lstStyle/>
        <a:p>
          <a:endParaRPr lang="en-US"/>
        </a:p>
      </dgm:t>
    </dgm:pt>
    <dgm:pt modelId="{54B1440B-FF54-4233-94B3-B7A8351FBF33}">
      <dgm:prSet/>
      <dgm:spPr/>
      <dgm:t>
        <a:bodyPr/>
        <a:lstStyle/>
        <a:p>
          <a:r>
            <a:rPr lang="en-US" baseline="0"/>
            <a:t>Ismer gyakori könyvtárakat, mintákat is.</a:t>
          </a:r>
          <a:endParaRPr lang="en-US"/>
        </a:p>
      </dgm:t>
    </dgm:pt>
    <dgm:pt modelId="{586049D0-1D18-4C45-918C-9722E8FAF7DD}" type="parTrans" cxnId="{78C61A9E-805D-40D8-A1C6-14B748D3860B}">
      <dgm:prSet/>
      <dgm:spPr/>
      <dgm:t>
        <a:bodyPr/>
        <a:lstStyle/>
        <a:p>
          <a:endParaRPr lang="en-US"/>
        </a:p>
      </dgm:t>
    </dgm:pt>
    <dgm:pt modelId="{5ADFF1A6-95AD-4496-AA5A-361FD188EA73}" type="sibTrans" cxnId="{78C61A9E-805D-40D8-A1C6-14B748D3860B}">
      <dgm:prSet/>
      <dgm:spPr/>
      <dgm:t>
        <a:bodyPr/>
        <a:lstStyle/>
        <a:p>
          <a:endParaRPr lang="en-US"/>
        </a:p>
      </dgm:t>
    </dgm:pt>
    <dgm:pt modelId="{738BCAF3-207C-4CB7-A39B-EB5338FF7A43}" type="pres">
      <dgm:prSet presAssocID="{C3FA091C-CA3D-4272-8E9F-54CE4DBDCEE9}" presName="diagram" presStyleCnt="0">
        <dgm:presLayoutVars>
          <dgm:dir/>
          <dgm:resizeHandles val="exact"/>
        </dgm:presLayoutVars>
      </dgm:prSet>
      <dgm:spPr/>
    </dgm:pt>
    <dgm:pt modelId="{637B6996-78A1-4F75-91E5-2E4CB4E92D6A}" type="pres">
      <dgm:prSet presAssocID="{B568E211-B7DE-4EFD-BDC4-29786E18A4A6}" presName="node" presStyleLbl="node1" presStyleIdx="0" presStyleCnt="4">
        <dgm:presLayoutVars>
          <dgm:bulletEnabled val="1"/>
        </dgm:presLayoutVars>
      </dgm:prSet>
      <dgm:spPr/>
    </dgm:pt>
    <dgm:pt modelId="{756D4A41-D919-42A6-8E4E-3580191B8E6A}" type="pres">
      <dgm:prSet presAssocID="{0B36AB75-A507-4558-B716-E18F65C5B546}" presName="sibTrans" presStyleLbl="sibTrans2D1" presStyleIdx="0" presStyleCnt="3"/>
      <dgm:spPr/>
    </dgm:pt>
    <dgm:pt modelId="{7F71E278-5683-4CD9-92EA-AD31F70A30FA}" type="pres">
      <dgm:prSet presAssocID="{0B36AB75-A507-4558-B716-E18F65C5B546}" presName="connectorText" presStyleLbl="sibTrans2D1" presStyleIdx="0" presStyleCnt="3"/>
      <dgm:spPr/>
    </dgm:pt>
    <dgm:pt modelId="{44DDE263-8299-4AFC-8244-6306B8DE7A4D}" type="pres">
      <dgm:prSet presAssocID="{E1342851-2F7B-447C-88B2-F28469E79D65}" presName="node" presStyleLbl="node1" presStyleIdx="1" presStyleCnt="4">
        <dgm:presLayoutVars>
          <dgm:bulletEnabled val="1"/>
        </dgm:presLayoutVars>
      </dgm:prSet>
      <dgm:spPr/>
    </dgm:pt>
    <dgm:pt modelId="{6D3938B2-4877-4800-A18B-C7C834CD6103}" type="pres">
      <dgm:prSet presAssocID="{DD4B69C5-6189-4D9A-9B5D-C7C09962A54B}" presName="sibTrans" presStyleLbl="sibTrans2D1" presStyleIdx="1" presStyleCnt="3"/>
      <dgm:spPr/>
    </dgm:pt>
    <dgm:pt modelId="{212997E3-3987-4271-A62F-4D677F415E88}" type="pres">
      <dgm:prSet presAssocID="{DD4B69C5-6189-4D9A-9B5D-C7C09962A54B}" presName="connectorText" presStyleLbl="sibTrans2D1" presStyleIdx="1" presStyleCnt="3"/>
      <dgm:spPr/>
    </dgm:pt>
    <dgm:pt modelId="{9CCC2395-CA62-46CF-9262-5ABAF7A45A9F}" type="pres">
      <dgm:prSet presAssocID="{1E6E31A2-EC21-4C38-93A9-1774EEEE1EF5}" presName="node" presStyleLbl="node1" presStyleIdx="2" presStyleCnt="4">
        <dgm:presLayoutVars>
          <dgm:bulletEnabled val="1"/>
        </dgm:presLayoutVars>
      </dgm:prSet>
      <dgm:spPr/>
    </dgm:pt>
    <dgm:pt modelId="{D4EDDE24-6925-4F88-AAB4-53FE8B0B4402}" type="pres">
      <dgm:prSet presAssocID="{4CC77E3F-94D3-4CE7-8A5F-3A2A0528F33E}" presName="sibTrans" presStyleLbl="sibTrans2D1" presStyleIdx="2" presStyleCnt="3"/>
      <dgm:spPr/>
    </dgm:pt>
    <dgm:pt modelId="{F86D2D13-5D21-4ADE-9975-F456E1DA8B17}" type="pres">
      <dgm:prSet presAssocID="{4CC77E3F-94D3-4CE7-8A5F-3A2A0528F33E}" presName="connectorText" presStyleLbl="sibTrans2D1" presStyleIdx="2" presStyleCnt="3"/>
      <dgm:spPr/>
    </dgm:pt>
    <dgm:pt modelId="{77E10A26-A9B4-4A75-AF47-1E91FAAB7157}" type="pres">
      <dgm:prSet presAssocID="{54B1440B-FF54-4233-94B3-B7A8351FBF33}" presName="node" presStyleLbl="node1" presStyleIdx="3" presStyleCnt="4">
        <dgm:presLayoutVars>
          <dgm:bulletEnabled val="1"/>
        </dgm:presLayoutVars>
      </dgm:prSet>
      <dgm:spPr/>
    </dgm:pt>
  </dgm:ptLst>
  <dgm:cxnLst>
    <dgm:cxn modelId="{3B39D106-D853-48AC-8F70-6A34EE74B8AA}" type="presOf" srcId="{1E6E31A2-EC21-4C38-93A9-1774EEEE1EF5}" destId="{9CCC2395-CA62-46CF-9262-5ABAF7A45A9F}" srcOrd="0" destOrd="0" presId="urn:microsoft.com/office/officeart/2005/8/layout/process5"/>
    <dgm:cxn modelId="{75FE4907-C924-4D9D-8703-EF759F64AC00}" type="presOf" srcId="{4CC77E3F-94D3-4CE7-8A5F-3A2A0528F33E}" destId="{D4EDDE24-6925-4F88-AAB4-53FE8B0B4402}" srcOrd="0" destOrd="0" presId="urn:microsoft.com/office/officeart/2005/8/layout/process5"/>
    <dgm:cxn modelId="{45C5A70D-0FD0-4A65-915B-2FE41241B5D1}" srcId="{C3FA091C-CA3D-4272-8E9F-54CE4DBDCEE9}" destId="{E1342851-2F7B-447C-88B2-F28469E79D65}" srcOrd="1" destOrd="0" parTransId="{18FE1A3D-119A-4030-B931-CA5B7D1934A9}" sibTransId="{DD4B69C5-6189-4D9A-9B5D-C7C09962A54B}"/>
    <dgm:cxn modelId="{592A8238-AC14-44B9-84A9-3B89D89CF915}" type="presOf" srcId="{E1342851-2F7B-447C-88B2-F28469E79D65}" destId="{44DDE263-8299-4AFC-8244-6306B8DE7A4D}" srcOrd="0" destOrd="0" presId="urn:microsoft.com/office/officeart/2005/8/layout/process5"/>
    <dgm:cxn modelId="{A78C7A44-1F28-4F9E-B2D3-5FF5BD8325B6}" type="presOf" srcId="{0B36AB75-A507-4558-B716-E18F65C5B546}" destId="{756D4A41-D919-42A6-8E4E-3580191B8E6A}" srcOrd="0" destOrd="0" presId="urn:microsoft.com/office/officeart/2005/8/layout/process5"/>
    <dgm:cxn modelId="{A7791765-E37B-43F2-9387-8B61532DE27A}" type="presOf" srcId="{DD4B69C5-6189-4D9A-9B5D-C7C09962A54B}" destId="{6D3938B2-4877-4800-A18B-C7C834CD6103}" srcOrd="0" destOrd="0" presId="urn:microsoft.com/office/officeart/2005/8/layout/process5"/>
    <dgm:cxn modelId="{A25C486D-554E-455C-A291-455F4EB66B39}" type="presOf" srcId="{C3FA091C-CA3D-4272-8E9F-54CE4DBDCEE9}" destId="{738BCAF3-207C-4CB7-A39B-EB5338FF7A43}" srcOrd="0" destOrd="0" presId="urn:microsoft.com/office/officeart/2005/8/layout/process5"/>
    <dgm:cxn modelId="{1FA2D06F-728A-41B1-8F58-D3B5CDD993E3}" type="presOf" srcId="{B568E211-B7DE-4EFD-BDC4-29786E18A4A6}" destId="{637B6996-78A1-4F75-91E5-2E4CB4E92D6A}" srcOrd="0" destOrd="0" presId="urn:microsoft.com/office/officeart/2005/8/layout/process5"/>
    <dgm:cxn modelId="{052C7272-D643-45EB-AC3F-DC3688744C03}" type="presOf" srcId="{0B36AB75-A507-4558-B716-E18F65C5B546}" destId="{7F71E278-5683-4CD9-92EA-AD31F70A30FA}" srcOrd="1" destOrd="0" presId="urn:microsoft.com/office/officeart/2005/8/layout/process5"/>
    <dgm:cxn modelId="{04AB8158-2D80-4706-8504-43760C2C7D79}" type="presOf" srcId="{54B1440B-FF54-4233-94B3-B7A8351FBF33}" destId="{77E10A26-A9B4-4A75-AF47-1E91FAAB7157}" srcOrd="0" destOrd="0" presId="urn:microsoft.com/office/officeart/2005/8/layout/process5"/>
    <dgm:cxn modelId="{78C61A9E-805D-40D8-A1C6-14B748D3860B}" srcId="{C3FA091C-CA3D-4272-8E9F-54CE4DBDCEE9}" destId="{54B1440B-FF54-4233-94B3-B7A8351FBF33}" srcOrd="3" destOrd="0" parTransId="{586049D0-1D18-4C45-918C-9722E8FAF7DD}" sibTransId="{5ADFF1A6-95AD-4496-AA5A-361FD188EA73}"/>
    <dgm:cxn modelId="{1D79CFA6-3A78-4F06-97B5-EA66DF70D4D2}" type="presOf" srcId="{DD4B69C5-6189-4D9A-9B5D-C7C09962A54B}" destId="{212997E3-3987-4271-A62F-4D677F415E88}" srcOrd="1" destOrd="0" presId="urn:microsoft.com/office/officeart/2005/8/layout/process5"/>
    <dgm:cxn modelId="{189B91AB-2E89-4D95-95DF-06B05C0E6167}" srcId="{C3FA091C-CA3D-4272-8E9F-54CE4DBDCEE9}" destId="{1E6E31A2-EC21-4C38-93A9-1774EEEE1EF5}" srcOrd="2" destOrd="0" parTransId="{237F9E66-F379-479E-BC2E-30B94A4C276E}" sibTransId="{4CC77E3F-94D3-4CE7-8A5F-3A2A0528F33E}"/>
    <dgm:cxn modelId="{282C59C0-DA08-45B5-85BE-CA9FCBE4C1CF}" srcId="{C3FA091C-CA3D-4272-8E9F-54CE4DBDCEE9}" destId="{B568E211-B7DE-4EFD-BDC4-29786E18A4A6}" srcOrd="0" destOrd="0" parTransId="{1D1A1762-0307-42AB-97CB-E3FA3B648F9B}" sibTransId="{0B36AB75-A507-4558-B716-E18F65C5B546}"/>
    <dgm:cxn modelId="{DD25CCD6-C336-4AA9-86D4-7F63A47A6142}" type="presOf" srcId="{4CC77E3F-94D3-4CE7-8A5F-3A2A0528F33E}" destId="{F86D2D13-5D21-4ADE-9975-F456E1DA8B17}" srcOrd="1" destOrd="0" presId="urn:microsoft.com/office/officeart/2005/8/layout/process5"/>
    <dgm:cxn modelId="{F2BEB2E9-70C3-478B-AE25-263461D343DD}" type="presParOf" srcId="{738BCAF3-207C-4CB7-A39B-EB5338FF7A43}" destId="{637B6996-78A1-4F75-91E5-2E4CB4E92D6A}" srcOrd="0" destOrd="0" presId="urn:microsoft.com/office/officeart/2005/8/layout/process5"/>
    <dgm:cxn modelId="{666E2BE6-0C79-40E6-A469-8C2519CB18BC}" type="presParOf" srcId="{738BCAF3-207C-4CB7-A39B-EB5338FF7A43}" destId="{756D4A41-D919-42A6-8E4E-3580191B8E6A}" srcOrd="1" destOrd="0" presId="urn:microsoft.com/office/officeart/2005/8/layout/process5"/>
    <dgm:cxn modelId="{710C99C8-43BB-47C1-A5CA-3CB90AC8664F}" type="presParOf" srcId="{756D4A41-D919-42A6-8E4E-3580191B8E6A}" destId="{7F71E278-5683-4CD9-92EA-AD31F70A30FA}" srcOrd="0" destOrd="0" presId="urn:microsoft.com/office/officeart/2005/8/layout/process5"/>
    <dgm:cxn modelId="{549D34F7-F4EB-472D-941B-A3B2523EB656}" type="presParOf" srcId="{738BCAF3-207C-4CB7-A39B-EB5338FF7A43}" destId="{44DDE263-8299-4AFC-8244-6306B8DE7A4D}" srcOrd="2" destOrd="0" presId="urn:microsoft.com/office/officeart/2005/8/layout/process5"/>
    <dgm:cxn modelId="{113FA1A3-0F5E-4D89-81F4-22462EC41B7D}" type="presParOf" srcId="{738BCAF3-207C-4CB7-A39B-EB5338FF7A43}" destId="{6D3938B2-4877-4800-A18B-C7C834CD6103}" srcOrd="3" destOrd="0" presId="urn:microsoft.com/office/officeart/2005/8/layout/process5"/>
    <dgm:cxn modelId="{67EB0BB4-422C-43C9-9926-902C3335CDE7}" type="presParOf" srcId="{6D3938B2-4877-4800-A18B-C7C834CD6103}" destId="{212997E3-3987-4271-A62F-4D677F415E88}" srcOrd="0" destOrd="0" presId="urn:microsoft.com/office/officeart/2005/8/layout/process5"/>
    <dgm:cxn modelId="{FE2EB7C2-3784-4B38-B247-94CC30F8E0EF}" type="presParOf" srcId="{738BCAF3-207C-4CB7-A39B-EB5338FF7A43}" destId="{9CCC2395-CA62-46CF-9262-5ABAF7A45A9F}" srcOrd="4" destOrd="0" presId="urn:microsoft.com/office/officeart/2005/8/layout/process5"/>
    <dgm:cxn modelId="{20392AF7-97FB-421F-B6BE-CC79E9D51648}" type="presParOf" srcId="{738BCAF3-207C-4CB7-A39B-EB5338FF7A43}" destId="{D4EDDE24-6925-4F88-AAB4-53FE8B0B4402}" srcOrd="5" destOrd="0" presId="urn:microsoft.com/office/officeart/2005/8/layout/process5"/>
    <dgm:cxn modelId="{B65A63E7-5AF2-46C6-B3F0-3B8AC404575F}" type="presParOf" srcId="{D4EDDE24-6925-4F88-AAB4-53FE8B0B4402}" destId="{F86D2D13-5D21-4ADE-9975-F456E1DA8B17}" srcOrd="0" destOrd="0" presId="urn:microsoft.com/office/officeart/2005/8/layout/process5"/>
    <dgm:cxn modelId="{8EF17378-41DB-4B7A-B416-1C8000EC99C9}" type="presParOf" srcId="{738BCAF3-207C-4CB7-A39B-EB5338FF7A43}" destId="{77E10A26-A9B4-4A75-AF47-1E91FAAB7157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8FE4B4C-C0E5-4C7E-BD5C-4E36242AF96F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4563651-C0A9-407C-8C03-21263838F821}">
      <dgm:prSet/>
      <dgm:spPr/>
      <dgm:t>
        <a:bodyPr/>
        <a:lstStyle/>
        <a:p>
          <a:r>
            <a:rPr lang="en-US" baseline="0"/>
            <a:t>Gyorsabb fejlesztés – kevesebb boilerplate kód.</a:t>
          </a:r>
          <a:endParaRPr lang="en-US"/>
        </a:p>
      </dgm:t>
    </dgm:pt>
    <dgm:pt modelId="{9E065E8F-5FBA-4DE4-87C1-A10036C5FBB2}" type="parTrans" cxnId="{1374047E-104A-49E2-8289-E3723109D8B7}">
      <dgm:prSet/>
      <dgm:spPr/>
      <dgm:t>
        <a:bodyPr/>
        <a:lstStyle/>
        <a:p>
          <a:endParaRPr lang="en-US"/>
        </a:p>
      </dgm:t>
    </dgm:pt>
    <dgm:pt modelId="{1F529A9F-1699-4406-9085-6C6B5674E622}" type="sibTrans" cxnId="{1374047E-104A-49E2-8289-E3723109D8B7}">
      <dgm:prSet/>
      <dgm:spPr/>
      <dgm:t>
        <a:bodyPr/>
        <a:lstStyle/>
        <a:p>
          <a:endParaRPr lang="en-US"/>
        </a:p>
      </dgm:t>
    </dgm:pt>
    <dgm:pt modelId="{957B043F-A0DE-4C66-A0A5-5C5F60FE6708}">
      <dgm:prSet/>
      <dgm:spPr/>
      <dgm:t>
        <a:bodyPr/>
        <a:lstStyle/>
        <a:p>
          <a:r>
            <a:rPr lang="en-US" baseline="0"/>
            <a:t>Tanulási segítség – példákat mutat.</a:t>
          </a:r>
          <a:endParaRPr lang="en-US"/>
        </a:p>
      </dgm:t>
    </dgm:pt>
    <dgm:pt modelId="{07DB944E-AADE-4F28-9D40-2F4202A8FDE3}" type="parTrans" cxnId="{0B3C805B-EC09-4D53-8E66-EB0AF81F43AC}">
      <dgm:prSet/>
      <dgm:spPr/>
      <dgm:t>
        <a:bodyPr/>
        <a:lstStyle/>
        <a:p>
          <a:endParaRPr lang="en-US"/>
        </a:p>
      </dgm:t>
    </dgm:pt>
    <dgm:pt modelId="{0DACC88C-5366-4EA5-9731-0CC9CF7E06BD}" type="sibTrans" cxnId="{0B3C805B-EC09-4D53-8E66-EB0AF81F43AC}">
      <dgm:prSet/>
      <dgm:spPr/>
      <dgm:t>
        <a:bodyPr/>
        <a:lstStyle/>
        <a:p>
          <a:endParaRPr lang="en-US"/>
        </a:p>
      </dgm:t>
    </dgm:pt>
    <dgm:pt modelId="{267345EC-8688-470C-844D-53D1B7A920E2}">
      <dgm:prSet/>
      <dgm:spPr/>
      <dgm:t>
        <a:bodyPr/>
        <a:lstStyle/>
        <a:p>
          <a:r>
            <a:rPr lang="en-US" baseline="0"/>
            <a:t>Kreatív blokk oldása.</a:t>
          </a:r>
          <a:endParaRPr lang="en-US"/>
        </a:p>
      </dgm:t>
    </dgm:pt>
    <dgm:pt modelId="{C1E59EDB-4BAE-40E3-B004-05666AA702A0}" type="parTrans" cxnId="{45C061E5-8E90-4585-BF24-861995B5165D}">
      <dgm:prSet/>
      <dgm:spPr/>
      <dgm:t>
        <a:bodyPr/>
        <a:lstStyle/>
        <a:p>
          <a:endParaRPr lang="en-US"/>
        </a:p>
      </dgm:t>
    </dgm:pt>
    <dgm:pt modelId="{88C2BDEC-B3E6-4D9C-B305-7C0443F89412}" type="sibTrans" cxnId="{45C061E5-8E90-4585-BF24-861995B5165D}">
      <dgm:prSet/>
      <dgm:spPr/>
      <dgm:t>
        <a:bodyPr/>
        <a:lstStyle/>
        <a:p>
          <a:endParaRPr lang="en-US"/>
        </a:p>
      </dgm:t>
    </dgm:pt>
    <dgm:pt modelId="{9F94524C-AC33-4D3F-89D4-C0E1D44ABBC4}">
      <dgm:prSet/>
      <dgm:spPr/>
      <dgm:t>
        <a:bodyPr/>
        <a:lstStyle/>
        <a:p>
          <a:r>
            <a:rPr lang="en-US" baseline="0"/>
            <a:t>Refaktor ötletek.</a:t>
          </a:r>
          <a:endParaRPr lang="en-US"/>
        </a:p>
      </dgm:t>
    </dgm:pt>
    <dgm:pt modelId="{2ACDBE8C-E4A5-4513-9B8E-5F7BAD3A68F0}" type="parTrans" cxnId="{03DA0DAE-EEA8-4620-B3A5-8690B7A32F68}">
      <dgm:prSet/>
      <dgm:spPr/>
      <dgm:t>
        <a:bodyPr/>
        <a:lstStyle/>
        <a:p>
          <a:endParaRPr lang="en-US"/>
        </a:p>
      </dgm:t>
    </dgm:pt>
    <dgm:pt modelId="{435BFE0B-2337-41A1-B9D5-ACA04F1B61C3}" type="sibTrans" cxnId="{03DA0DAE-EEA8-4620-B3A5-8690B7A32F68}">
      <dgm:prSet/>
      <dgm:spPr/>
      <dgm:t>
        <a:bodyPr/>
        <a:lstStyle/>
        <a:p>
          <a:endParaRPr lang="en-US"/>
        </a:p>
      </dgm:t>
    </dgm:pt>
    <dgm:pt modelId="{5B1C84E6-9B08-4725-8329-5574EC6CD192}" type="pres">
      <dgm:prSet presAssocID="{B8FE4B4C-C0E5-4C7E-BD5C-4E36242AF96F}" presName="linear" presStyleCnt="0">
        <dgm:presLayoutVars>
          <dgm:animLvl val="lvl"/>
          <dgm:resizeHandles val="exact"/>
        </dgm:presLayoutVars>
      </dgm:prSet>
      <dgm:spPr/>
    </dgm:pt>
    <dgm:pt modelId="{E382FFD4-7E6B-4E8C-BA89-0A4757A29B32}" type="pres">
      <dgm:prSet presAssocID="{34563651-C0A9-407C-8C03-21263838F8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11D7CBF-4D8A-487C-9511-26FDED31EED0}" type="pres">
      <dgm:prSet presAssocID="{1F529A9F-1699-4406-9085-6C6B5674E622}" presName="spacer" presStyleCnt="0"/>
      <dgm:spPr/>
    </dgm:pt>
    <dgm:pt modelId="{4B2E31AB-22F3-47BE-B1C8-2542248CAC74}" type="pres">
      <dgm:prSet presAssocID="{957B043F-A0DE-4C66-A0A5-5C5F60FE67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CC69115-2CD1-4F2C-8F0D-3D0A2FE71B5D}" type="pres">
      <dgm:prSet presAssocID="{0DACC88C-5366-4EA5-9731-0CC9CF7E06BD}" presName="spacer" presStyleCnt="0"/>
      <dgm:spPr/>
    </dgm:pt>
    <dgm:pt modelId="{168CF25C-A86E-48CF-8287-A936E9E62310}" type="pres">
      <dgm:prSet presAssocID="{267345EC-8688-470C-844D-53D1B7A920E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2DD7AD-A564-4D20-A50F-9232543D35C5}" type="pres">
      <dgm:prSet presAssocID="{88C2BDEC-B3E6-4D9C-B305-7C0443F89412}" presName="spacer" presStyleCnt="0"/>
      <dgm:spPr/>
    </dgm:pt>
    <dgm:pt modelId="{E5AA617D-AC52-4A4C-A725-F0D62A712D30}" type="pres">
      <dgm:prSet presAssocID="{9F94524C-AC33-4D3F-89D4-C0E1D44ABBC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D36F20-DF98-4C25-93F3-92D1D6F004F5}" type="presOf" srcId="{267345EC-8688-470C-844D-53D1B7A920E2}" destId="{168CF25C-A86E-48CF-8287-A936E9E62310}" srcOrd="0" destOrd="0" presId="urn:microsoft.com/office/officeart/2005/8/layout/vList2"/>
    <dgm:cxn modelId="{0B3C805B-EC09-4D53-8E66-EB0AF81F43AC}" srcId="{B8FE4B4C-C0E5-4C7E-BD5C-4E36242AF96F}" destId="{957B043F-A0DE-4C66-A0A5-5C5F60FE6708}" srcOrd="1" destOrd="0" parTransId="{07DB944E-AADE-4F28-9D40-2F4202A8FDE3}" sibTransId="{0DACC88C-5366-4EA5-9731-0CC9CF7E06BD}"/>
    <dgm:cxn modelId="{1374047E-104A-49E2-8289-E3723109D8B7}" srcId="{B8FE4B4C-C0E5-4C7E-BD5C-4E36242AF96F}" destId="{34563651-C0A9-407C-8C03-21263838F821}" srcOrd="0" destOrd="0" parTransId="{9E065E8F-5FBA-4DE4-87C1-A10036C5FBB2}" sibTransId="{1F529A9F-1699-4406-9085-6C6B5674E622}"/>
    <dgm:cxn modelId="{069BCD86-D9FC-4A49-B5E4-49CFE1BAD286}" type="presOf" srcId="{B8FE4B4C-C0E5-4C7E-BD5C-4E36242AF96F}" destId="{5B1C84E6-9B08-4725-8329-5574EC6CD192}" srcOrd="0" destOrd="0" presId="urn:microsoft.com/office/officeart/2005/8/layout/vList2"/>
    <dgm:cxn modelId="{289B64A9-3117-43D5-897E-CAD50EAAD5E2}" type="presOf" srcId="{957B043F-A0DE-4C66-A0A5-5C5F60FE6708}" destId="{4B2E31AB-22F3-47BE-B1C8-2542248CAC74}" srcOrd="0" destOrd="0" presId="urn:microsoft.com/office/officeart/2005/8/layout/vList2"/>
    <dgm:cxn modelId="{03DA0DAE-EEA8-4620-B3A5-8690B7A32F68}" srcId="{B8FE4B4C-C0E5-4C7E-BD5C-4E36242AF96F}" destId="{9F94524C-AC33-4D3F-89D4-C0E1D44ABBC4}" srcOrd="3" destOrd="0" parTransId="{2ACDBE8C-E4A5-4513-9B8E-5F7BAD3A68F0}" sibTransId="{435BFE0B-2337-41A1-B9D5-ACA04F1B61C3}"/>
    <dgm:cxn modelId="{ECC985C7-6692-4A4F-81F3-7099A2D94AD8}" type="presOf" srcId="{9F94524C-AC33-4D3F-89D4-C0E1D44ABBC4}" destId="{E5AA617D-AC52-4A4C-A725-F0D62A712D30}" srcOrd="0" destOrd="0" presId="urn:microsoft.com/office/officeart/2005/8/layout/vList2"/>
    <dgm:cxn modelId="{45C061E5-8E90-4585-BF24-861995B5165D}" srcId="{B8FE4B4C-C0E5-4C7E-BD5C-4E36242AF96F}" destId="{267345EC-8688-470C-844D-53D1B7A920E2}" srcOrd="2" destOrd="0" parTransId="{C1E59EDB-4BAE-40E3-B004-05666AA702A0}" sibTransId="{88C2BDEC-B3E6-4D9C-B305-7C0443F89412}"/>
    <dgm:cxn modelId="{5BFDBDEE-E313-4B12-A1D7-DB6B36EA4A91}" type="presOf" srcId="{34563651-C0A9-407C-8C03-21263838F821}" destId="{E382FFD4-7E6B-4E8C-BA89-0A4757A29B32}" srcOrd="0" destOrd="0" presId="urn:microsoft.com/office/officeart/2005/8/layout/vList2"/>
    <dgm:cxn modelId="{9EC576B2-94CC-4317-9B1E-49CB4C0E770B}" type="presParOf" srcId="{5B1C84E6-9B08-4725-8329-5574EC6CD192}" destId="{E382FFD4-7E6B-4E8C-BA89-0A4757A29B32}" srcOrd="0" destOrd="0" presId="urn:microsoft.com/office/officeart/2005/8/layout/vList2"/>
    <dgm:cxn modelId="{0261F8E7-C60F-4F0E-8C31-F4CDE9D3B193}" type="presParOf" srcId="{5B1C84E6-9B08-4725-8329-5574EC6CD192}" destId="{F11D7CBF-4D8A-487C-9511-26FDED31EED0}" srcOrd="1" destOrd="0" presId="urn:microsoft.com/office/officeart/2005/8/layout/vList2"/>
    <dgm:cxn modelId="{ADB2C0A1-93F2-4BEB-8A59-D03B2F02B9D4}" type="presParOf" srcId="{5B1C84E6-9B08-4725-8329-5574EC6CD192}" destId="{4B2E31AB-22F3-47BE-B1C8-2542248CAC74}" srcOrd="2" destOrd="0" presId="urn:microsoft.com/office/officeart/2005/8/layout/vList2"/>
    <dgm:cxn modelId="{033A6E35-6D93-4690-B578-1088E760C20F}" type="presParOf" srcId="{5B1C84E6-9B08-4725-8329-5574EC6CD192}" destId="{ECC69115-2CD1-4F2C-8F0D-3D0A2FE71B5D}" srcOrd="3" destOrd="0" presId="urn:microsoft.com/office/officeart/2005/8/layout/vList2"/>
    <dgm:cxn modelId="{9CAC7D9E-8720-4714-85D5-0D08AB6399B1}" type="presParOf" srcId="{5B1C84E6-9B08-4725-8329-5574EC6CD192}" destId="{168CF25C-A86E-48CF-8287-A936E9E62310}" srcOrd="4" destOrd="0" presId="urn:microsoft.com/office/officeart/2005/8/layout/vList2"/>
    <dgm:cxn modelId="{638A14D9-9F08-4A9A-8917-3CE0F8BF6D25}" type="presParOf" srcId="{5B1C84E6-9B08-4725-8329-5574EC6CD192}" destId="{1B2DD7AD-A564-4D20-A50F-9232543D35C5}" srcOrd="5" destOrd="0" presId="urn:microsoft.com/office/officeart/2005/8/layout/vList2"/>
    <dgm:cxn modelId="{C58E4384-35BA-4258-BCE4-71688D6823C1}" type="presParOf" srcId="{5B1C84E6-9B08-4725-8329-5574EC6CD192}" destId="{E5AA617D-AC52-4A4C-A725-F0D62A712D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BAF333-1CF0-4440-9175-DF0213C1BB6B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8716596-1DB7-4607-8B65-602F8AFD84D4}">
      <dgm:prSet/>
      <dgm:spPr/>
      <dgm:t>
        <a:bodyPr/>
        <a:lstStyle/>
        <a:p>
          <a:r>
            <a:rPr lang="en-US" baseline="0"/>
            <a:t>Nem mindig pontos – lehet hibás kód.</a:t>
          </a:r>
          <a:endParaRPr lang="en-US"/>
        </a:p>
      </dgm:t>
    </dgm:pt>
    <dgm:pt modelId="{50D9CE31-4FB1-4B61-A0C7-5B841F5CEBE2}" type="parTrans" cxnId="{220DC34D-C413-407C-BA43-6E6A0338CECC}">
      <dgm:prSet/>
      <dgm:spPr/>
      <dgm:t>
        <a:bodyPr/>
        <a:lstStyle/>
        <a:p>
          <a:endParaRPr lang="en-US"/>
        </a:p>
      </dgm:t>
    </dgm:pt>
    <dgm:pt modelId="{A533B0D8-0F4C-4F77-B85A-317DD13DDDCE}" type="sibTrans" cxnId="{220DC34D-C413-407C-BA43-6E6A0338CECC}">
      <dgm:prSet/>
      <dgm:spPr/>
      <dgm:t>
        <a:bodyPr/>
        <a:lstStyle/>
        <a:p>
          <a:endParaRPr lang="en-US"/>
        </a:p>
      </dgm:t>
    </dgm:pt>
    <dgm:pt modelId="{41E2AA71-355F-4AAF-80F9-A05B5D147829}">
      <dgm:prSet/>
      <dgm:spPr/>
      <dgm:t>
        <a:bodyPr/>
        <a:lstStyle/>
        <a:p>
          <a:r>
            <a:rPr lang="en-US" baseline="0"/>
            <a:t>Nem helyettesít tanulást!</a:t>
          </a:r>
          <a:endParaRPr lang="en-US"/>
        </a:p>
      </dgm:t>
    </dgm:pt>
    <dgm:pt modelId="{963F799B-0999-404C-87D1-FAB0C2E15A1F}" type="parTrans" cxnId="{DE43C518-D40B-4F60-B60B-E8D5CADFB77D}">
      <dgm:prSet/>
      <dgm:spPr/>
      <dgm:t>
        <a:bodyPr/>
        <a:lstStyle/>
        <a:p>
          <a:endParaRPr lang="en-US"/>
        </a:p>
      </dgm:t>
    </dgm:pt>
    <dgm:pt modelId="{E978571D-CF1D-49CF-A5BB-5A31126B170A}" type="sibTrans" cxnId="{DE43C518-D40B-4F60-B60B-E8D5CADFB77D}">
      <dgm:prSet/>
      <dgm:spPr/>
      <dgm:t>
        <a:bodyPr/>
        <a:lstStyle/>
        <a:p>
          <a:endParaRPr lang="en-US"/>
        </a:p>
      </dgm:t>
    </dgm:pt>
    <dgm:pt modelId="{E1B4E54A-93AD-4FF8-8834-A555C4B086AC}">
      <dgm:prSet/>
      <dgm:spPr/>
      <dgm:t>
        <a:bodyPr/>
        <a:lstStyle/>
        <a:p>
          <a:r>
            <a:rPr lang="en-US" baseline="0"/>
            <a:t>Licencelési kérdések.</a:t>
          </a:r>
          <a:endParaRPr lang="en-US"/>
        </a:p>
      </dgm:t>
    </dgm:pt>
    <dgm:pt modelId="{40599CCE-EA17-4711-90FC-136CF783CC1B}" type="parTrans" cxnId="{6D316B31-18BA-4FE9-BFFA-B2B5F5C4A86E}">
      <dgm:prSet/>
      <dgm:spPr/>
      <dgm:t>
        <a:bodyPr/>
        <a:lstStyle/>
        <a:p>
          <a:endParaRPr lang="en-US"/>
        </a:p>
      </dgm:t>
    </dgm:pt>
    <dgm:pt modelId="{4C8A4354-C909-459A-84F5-56A7AAFD9073}" type="sibTrans" cxnId="{6D316B31-18BA-4FE9-BFFA-B2B5F5C4A86E}">
      <dgm:prSet/>
      <dgm:spPr/>
      <dgm:t>
        <a:bodyPr/>
        <a:lstStyle/>
        <a:p>
          <a:endParaRPr lang="en-US"/>
        </a:p>
      </dgm:t>
    </dgm:pt>
    <dgm:pt modelId="{E5AE8C4D-755F-4928-9AB1-B850F6A6B766}">
      <dgm:prSet/>
      <dgm:spPr/>
      <dgm:t>
        <a:bodyPr/>
        <a:lstStyle/>
        <a:p>
          <a:r>
            <a:rPr lang="en-US" baseline="0"/>
            <a:t>Az AI nem érti a projekt célját.</a:t>
          </a:r>
          <a:endParaRPr lang="en-US"/>
        </a:p>
      </dgm:t>
    </dgm:pt>
    <dgm:pt modelId="{DCD926FD-A983-46F1-BC59-4F7E0118691D}" type="parTrans" cxnId="{5BDEDABA-CEED-46D8-A93F-249185A1BE10}">
      <dgm:prSet/>
      <dgm:spPr/>
      <dgm:t>
        <a:bodyPr/>
        <a:lstStyle/>
        <a:p>
          <a:endParaRPr lang="en-US"/>
        </a:p>
      </dgm:t>
    </dgm:pt>
    <dgm:pt modelId="{6437BE9F-8A92-400A-BE16-57CD81956983}" type="sibTrans" cxnId="{5BDEDABA-CEED-46D8-A93F-249185A1BE10}">
      <dgm:prSet/>
      <dgm:spPr/>
      <dgm:t>
        <a:bodyPr/>
        <a:lstStyle/>
        <a:p>
          <a:endParaRPr lang="en-US"/>
        </a:p>
      </dgm:t>
    </dgm:pt>
    <dgm:pt modelId="{ACC2E794-7507-461A-B7E3-B607EF365FFE}" type="pres">
      <dgm:prSet presAssocID="{9FBAF333-1CF0-4440-9175-DF0213C1BB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F30620E-2E91-4308-9509-424B827E4134}" type="pres">
      <dgm:prSet presAssocID="{48716596-1DB7-4607-8B65-602F8AFD84D4}" presName="hierRoot1" presStyleCnt="0"/>
      <dgm:spPr/>
    </dgm:pt>
    <dgm:pt modelId="{C50E3AE0-D4AC-49A6-B0FC-E8E547C44FFB}" type="pres">
      <dgm:prSet presAssocID="{48716596-1DB7-4607-8B65-602F8AFD84D4}" presName="composite" presStyleCnt="0"/>
      <dgm:spPr/>
    </dgm:pt>
    <dgm:pt modelId="{9BA5D4AA-A121-424A-A2EF-E2A53DDE303F}" type="pres">
      <dgm:prSet presAssocID="{48716596-1DB7-4607-8B65-602F8AFD84D4}" presName="background" presStyleLbl="node0" presStyleIdx="0" presStyleCnt="4"/>
      <dgm:spPr/>
    </dgm:pt>
    <dgm:pt modelId="{FF141AD0-699F-4D01-8B93-C46315C1F33F}" type="pres">
      <dgm:prSet presAssocID="{48716596-1DB7-4607-8B65-602F8AFD84D4}" presName="text" presStyleLbl="fgAcc0" presStyleIdx="0" presStyleCnt="4">
        <dgm:presLayoutVars>
          <dgm:chPref val="3"/>
        </dgm:presLayoutVars>
      </dgm:prSet>
      <dgm:spPr/>
    </dgm:pt>
    <dgm:pt modelId="{9F98EB94-5BB5-4550-AC99-C98E35B7EFE2}" type="pres">
      <dgm:prSet presAssocID="{48716596-1DB7-4607-8B65-602F8AFD84D4}" presName="hierChild2" presStyleCnt="0"/>
      <dgm:spPr/>
    </dgm:pt>
    <dgm:pt modelId="{06FD9305-7E75-467F-8084-A7F4BF951AE4}" type="pres">
      <dgm:prSet presAssocID="{41E2AA71-355F-4AAF-80F9-A05B5D147829}" presName="hierRoot1" presStyleCnt="0"/>
      <dgm:spPr/>
    </dgm:pt>
    <dgm:pt modelId="{5E4E51A0-6DA2-4305-A58C-2F439050C528}" type="pres">
      <dgm:prSet presAssocID="{41E2AA71-355F-4AAF-80F9-A05B5D147829}" presName="composite" presStyleCnt="0"/>
      <dgm:spPr/>
    </dgm:pt>
    <dgm:pt modelId="{70D4D8E2-6E7D-45B9-A275-7B41D5866373}" type="pres">
      <dgm:prSet presAssocID="{41E2AA71-355F-4AAF-80F9-A05B5D147829}" presName="background" presStyleLbl="node0" presStyleIdx="1" presStyleCnt="4"/>
      <dgm:spPr/>
    </dgm:pt>
    <dgm:pt modelId="{6731DE8F-02C3-48E0-9666-A88EC8A44009}" type="pres">
      <dgm:prSet presAssocID="{41E2AA71-355F-4AAF-80F9-A05B5D147829}" presName="text" presStyleLbl="fgAcc0" presStyleIdx="1" presStyleCnt="4">
        <dgm:presLayoutVars>
          <dgm:chPref val="3"/>
        </dgm:presLayoutVars>
      </dgm:prSet>
      <dgm:spPr/>
    </dgm:pt>
    <dgm:pt modelId="{C5635CC7-09E8-48A1-AADE-4E2A0BED5A48}" type="pres">
      <dgm:prSet presAssocID="{41E2AA71-355F-4AAF-80F9-A05B5D147829}" presName="hierChild2" presStyleCnt="0"/>
      <dgm:spPr/>
    </dgm:pt>
    <dgm:pt modelId="{7019694E-D204-41C0-81A1-5606A93E186D}" type="pres">
      <dgm:prSet presAssocID="{E1B4E54A-93AD-4FF8-8834-A555C4B086AC}" presName="hierRoot1" presStyleCnt="0"/>
      <dgm:spPr/>
    </dgm:pt>
    <dgm:pt modelId="{D6714046-2196-4C6D-A2EF-4E69CC9748B6}" type="pres">
      <dgm:prSet presAssocID="{E1B4E54A-93AD-4FF8-8834-A555C4B086AC}" presName="composite" presStyleCnt="0"/>
      <dgm:spPr/>
    </dgm:pt>
    <dgm:pt modelId="{3DA1E084-768B-4625-807D-73C9357AAAC0}" type="pres">
      <dgm:prSet presAssocID="{E1B4E54A-93AD-4FF8-8834-A555C4B086AC}" presName="background" presStyleLbl="node0" presStyleIdx="2" presStyleCnt="4"/>
      <dgm:spPr/>
    </dgm:pt>
    <dgm:pt modelId="{7F6C3913-A5B8-4230-BAB4-0C5BD87958E1}" type="pres">
      <dgm:prSet presAssocID="{E1B4E54A-93AD-4FF8-8834-A555C4B086AC}" presName="text" presStyleLbl="fgAcc0" presStyleIdx="2" presStyleCnt="4">
        <dgm:presLayoutVars>
          <dgm:chPref val="3"/>
        </dgm:presLayoutVars>
      </dgm:prSet>
      <dgm:spPr/>
    </dgm:pt>
    <dgm:pt modelId="{3DC3E7A7-B587-4514-8FC2-205BB5F3FA6E}" type="pres">
      <dgm:prSet presAssocID="{E1B4E54A-93AD-4FF8-8834-A555C4B086AC}" presName="hierChild2" presStyleCnt="0"/>
      <dgm:spPr/>
    </dgm:pt>
    <dgm:pt modelId="{2E675C75-6098-40B8-A3E4-84A6FAD4658E}" type="pres">
      <dgm:prSet presAssocID="{E5AE8C4D-755F-4928-9AB1-B850F6A6B766}" presName="hierRoot1" presStyleCnt="0"/>
      <dgm:spPr/>
    </dgm:pt>
    <dgm:pt modelId="{AD752036-19E0-4767-9270-F53F465EC3ED}" type="pres">
      <dgm:prSet presAssocID="{E5AE8C4D-755F-4928-9AB1-B850F6A6B766}" presName="composite" presStyleCnt="0"/>
      <dgm:spPr/>
    </dgm:pt>
    <dgm:pt modelId="{11DB2F1D-4A18-4FEB-AD37-6C2323F19EB0}" type="pres">
      <dgm:prSet presAssocID="{E5AE8C4D-755F-4928-9AB1-B850F6A6B766}" presName="background" presStyleLbl="node0" presStyleIdx="3" presStyleCnt="4"/>
      <dgm:spPr/>
    </dgm:pt>
    <dgm:pt modelId="{1E4FB02C-676B-4491-AEA1-C1197960A134}" type="pres">
      <dgm:prSet presAssocID="{E5AE8C4D-755F-4928-9AB1-B850F6A6B766}" presName="text" presStyleLbl="fgAcc0" presStyleIdx="3" presStyleCnt="4">
        <dgm:presLayoutVars>
          <dgm:chPref val="3"/>
        </dgm:presLayoutVars>
      </dgm:prSet>
      <dgm:spPr/>
    </dgm:pt>
    <dgm:pt modelId="{5478499D-6BE9-48D7-98A6-A366C85124AF}" type="pres">
      <dgm:prSet presAssocID="{E5AE8C4D-755F-4928-9AB1-B850F6A6B766}" presName="hierChild2" presStyleCnt="0"/>
      <dgm:spPr/>
    </dgm:pt>
  </dgm:ptLst>
  <dgm:cxnLst>
    <dgm:cxn modelId="{DE43C518-D40B-4F60-B60B-E8D5CADFB77D}" srcId="{9FBAF333-1CF0-4440-9175-DF0213C1BB6B}" destId="{41E2AA71-355F-4AAF-80F9-A05B5D147829}" srcOrd="1" destOrd="0" parTransId="{963F799B-0999-404C-87D1-FAB0C2E15A1F}" sibTransId="{E978571D-CF1D-49CF-A5BB-5A31126B170A}"/>
    <dgm:cxn modelId="{6D316B31-18BA-4FE9-BFFA-B2B5F5C4A86E}" srcId="{9FBAF333-1CF0-4440-9175-DF0213C1BB6B}" destId="{E1B4E54A-93AD-4FF8-8834-A555C4B086AC}" srcOrd="2" destOrd="0" parTransId="{40599CCE-EA17-4711-90FC-136CF783CC1B}" sibTransId="{4C8A4354-C909-459A-84F5-56A7AAFD9073}"/>
    <dgm:cxn modelId="{F7AED85B-6C52-40F5-8D53-A2E16B757F83}" type="presOf" srcId="{9FBAF333-1CF0-4440-9175-DF0213C1BB6B}" destId="{ACC2E794-7507-461A-B7E3-B607EF365FFE}" srcOrd="0" destOrd="0" presId="urn:microsoft.com/office/officeart/2005/8/layout/hierarchy1"/>
    <dgm:cxn modelId="{75EE6F67-F778-4B77-AF37-5E0F2DA8AA7C}" type="presOf" srcId="{48716596-1DB7-4607-8B65-602F8AFD84D4}" destId="{FF141AD0-699F-4D01-8B93-C46315C1F33F}" srcOrd="0" destOrd="0" presId="urn:microsoft.com/office/officeart/2005/8/layout/hierarchy1"/>
    <dgm:cxn modelId="{220DC34D-C413-407C-BA43-6E6A0338CECC}" srcId="{9FBAF333-1CF0-4440-9175-DF0213C1BB6B}" destId="{48716596-1DB7-4607-8B65-602F8AFD84D4}" srcOrd="0" destOrd="0" parTransId="{50D9CE31-4FB1-4B61-A0C7-5B841F5CEBE2}" sibTransId="{A533B0D8-0F4C-4F77-B85A-317DD13DDDCE}"/>
    <dgm:cxn modelId="{40744189-0978-4043-99DA-320C2AE0C3C8}" type="presOf" srcId="{41E2AA71-355F-4AAF-80F9-A05B5D147829}" destId="{6731DE8F-02C3-48E0-9666-A88EC8A44009}" srcOrd="0" destOrd="0" presId="urn:microsoft.com/office/officeart/2005/8/layout/hierarchy1"/>
    <dgm:cxn modelId="{4464C3B0-9174-4ABE-8CC5-5D91B37A00D0}" type="presOf" srcId="{E5AE8C4D-755F-4928-9AB1-B850F6A6B766}" destId="{1E4FB02C-676B-4491-AEA1-C1197960A134}" srcOrd="0" destOrd="0" presId="urn:microsoft.com/office/officeart/2005/8/layout/hierarchy1"/>
    <dgm:cxn modelId="{5BDEDABA-CEED-46D8-A93F-249185A1BE10}" srcId="{9FBAF333-1CF0-4440-9175-DF0213C1BB6B}" destId="{E5AE8C4D-755F-4928-9AB1-B850F6A6B766}" srcOrd="3" destOrd="0" parTransId="{DCD926FD-A983-46F1-BC59-4F7E0118691D}" sibTransId="{6437BE9F-8A92-400A-BE16-57CD81956983}"/>
    <dgm:cxn modelId="{EE3508BC-6AFF-4D69-BBDE-1594F74FB9DE}" type="presOf" srcId="{E1B4E54A-93AD-4FF8-8834-A555C4B086AC}" destId="{7F6C3913-A5B8-4230-BAB4-0C5BD87958E1}" srcOrd="0" destOrd="0" presId="urn:microsoft.com/office/officeart/2005/8/layout/hierarchy1"/>
    <dgm:cxn modelId="{B34CDF61-2512-44A2-BEA7-6541A95A3944}" type="presParOf" srcId="{ACC2E794-7507-461A-B7E3-B607EF365FFE}" destId="{BF30620E-2E91-4308-9509-424B827E4134}" srcOrd="0" destOrd="0" presId="urn:microsoft.com/office/officeart/2005/8/layout/hierarchy1"/>
    <dgm:cxn modelId="{9B584EE2-9039-4ACF-8330-06EC7761CB41}" type="presParOf" srcId="{BF30620E-2E91-4308-9509-424B827E4134}" destId="{C50E3AE0-D4AC-49A6-B0FC-E8E547C44FFB}" srcOrd="0" destOrd="0" presId="urn:microsoft.com/office/officeart/2005/8/layout/hierarchy1"/>
    <dgm:cxn modelId="{DA09072C-83EF-4747-ACBB-D69940B0C7A0}" type="presParOf" srcId="{C50E3AE0-D4AC-49A6-B0FC-E8E547C44FFB}" destId="{9BA5D4AA-A121-424A-A2EF-E2A53DDE303F}" srcOrd="0" destOrd="0" presId="urn:microsoft.com/office/officeart/2005/8/layout/hierarchy1"/>
    <dgm:cxn modelId="{98E5CFDB-295C-4C1C-B5AF-D779FE0A33C5}" type="presParOf" srcId="{C50E3AE0-D4AC-49A6-B0FC-E8E547C44FFB}" destId="{FF141AD0-699F-4D01-8B93-C46315C1F33F}" srcOrd="1" destOrd="0" presId="urn:microsoft.com/office/officeart/2005/8/layout/hierarchy1"/>
    <dgm:cxn modelId="{97265E74-507B-4FDC-A277-031BD3CC14CE}" type="presParOf" srcId="{BF30620E-2E91-4308-9509-424B827E4134}" destId="{9F98EB94-5BB5-4550-AC99-C98E35B7EFE2}" srcOrd="1" destOrd="0" presId="urn:microsoft.com/office/officeart/2005/8/layout/hierarchy1"/>
    <dgm:cxn modelId="{A2B59A0D-ADB7-4CE6-ADEE-36C6BA416FD4}" type="presParOf" srcId="{ACC2E794-7507-461A-B7E3-B607EF365FFE}" destId="{06FD9305-7E75-467F-8084-A7F4BF951AE4}" srcOrd="1" destOrd="0" presId="urn:microsoft.com/office/officeart/2005/8/layout/hierarchy1"/>
    <dgm:cxn modelId="{5221B13C-98C5-4474-BC7E-7E9EA3403DFE}" type="presParOf" srcId="{06FD9305-7E75-467F-8084-A7F4BF951AE4}" destId="{5E4E51A0-6DA2-4305-A58C-2F439050C528}" srcOrd="0" destOrd="0" presId="urn:microsoft.com/office/officeart/2005/8/layout/hierarchy1"/>
    <dgm:cxn modelId="{2CDEDF37-C37C-4A68-9E60-D28A5D1D7C0C}" type="presParOf" srcId="{5E4E51A0-6DA2-4305-A58C-2F439050C528}" destId="{70D4D8E2-6E7D-45B9-A275-7B41D5866373}" srcOrd="0" destOrd="0" presId="urn:microsoft.com/office/officeart/2005/8/layout/hierarchy1"/>
    <dgm:cxn modelId="{82664362-7E59-4B7C-9BA7-F7E82E5A6160}" type="presParOf" srcId="{5E4E51A0-6DA2-4305-A58C-2F439050C528}" destId="{6731DE8F-02C3-48E0-9666-A88EC8A44009}" srcOrd="1" destOrd="0" presId="urn:microsoft.com/office/officeart/2005/8/layout/hierarchy1"/>
    <dgm:cxn modelId="{12F010DC-B707-46A3-A15D-51F8301A2584}" type="presParOf" srcId="{06FD9305-7E75-467F-8084-A7F4BF951AE4}" destId="{C5635CC7-09E8-48A1-AADE-4E2A0BED5A48}" srcOrd="1" destOrd="0" presId="urn:microsoft.com/office/officeart/2005/8/layout/hierarchy1"/>
    <dgm:cxn modelId="{7F21FD6D-EF00-46CF-86CA-E22D02354E49}" type="presParOf" srcId="{ACC2E794-7507-461A-B7E3-B607EF365FFE}" destId="{7019694E-D204-41C0-81A1-5606A93E186D}" srcOrd="2" destOrd="0" presId="urn:microsoft.com/office/officeart/2005/8/layout/hierarchy1"/>
    <dgm:cxn modelId="{31715EBC-4268-4CA3-A824-459BF7767B93}" type="presParOf" srcId="{7019694E-D204-41C0-81A1-5606A93E186D}" destId="{D6714046-2196-4C6D-A2EF-4E69CC9748B6}" srcOrd="0" destOrd="0" presId="urn:microsoft.com/office/officeart/2005/8/layout/hierarchy1"/>
    <dgm:cxn modelId="{650DEC19-1951-4207-8AF5-B9C3B8DE4C82}" type="presParOf" srcId="{D6714046-2196-4C6D-A2EF-4E69CC9748B6}" destId="{3DA1E084-768B-4625-807D-73C9357AAAC0}" srcOrd="0" destOrd="0" presId="urn:microsoft.com/office/officeart/2005/8/layout/hierarchy1"/>
    <dgm:cxn modelId="{0DE71A74-9211-465A-A150-8043395D1A12}" type="presParOf" srcId="{D6714046-2196-4C6D-A2EF-4E69CC9748B6}" destId="{7F6C3913-A5B8-4230-BAB4-0C5BD87958E1}" srcOrd="1" destOrd="0" presId="urn:microsoft.com/office/officeart/2005/8/layout/hierarchy1"/>
    <dgm:cxn modelId="{499E2ECD-6BD1-4DEB-BC26-31076A5D4C04}" type="presParOf" srcId="{7019694E-D204-41C0-81A1-5606A93E186D}" destId="{3DC3E7A7-B587-4514-8FC2-205BB5F3FA6E}" srcOrd="1" destOrd="0" presId="urn:microsoft.com/office/officeart/2005/8/layout/hierarchy1"/>
    <dgm:cxn modelId="{71C6BE94-697A-4255-8508-E0228430DA95}" type="presParOf" srcId="{ACC2E794-7507-461A-B7E3-B607EF365FFE}" destId="{2E675C75-6098-40B8-A3E4-84A6FAD4658E}" srcOrd="3" destOrd="0" presId="urn:microsoft.com/office/officeart/2005/8/layout/hierarchy1"/>
    <dgm:cxn modelId="{68BD2FA0-BC40-4FF2-B0E7-BC974857262E}" type="presParOf" srcId="{2E675C75-6098-40B8-A3E4-84A6FAD4658E}" destId="{AD752036-19E0-4767-9270-F53F465EC3ED}" srcOrd="0" destOrd="0" presId="urn:microsoft.com/office/officeart/2005/8/layout/hierarchy1"/>
    <dgm:cxn modelId="{14C1A41A-48DE-4617-8402-226DD34B291A}" type="presParOf" srcId="{AD752036-19E0-4767-9270-F53F465EC3ED}" destId="{11DB2F1D-4A18-4FEB-AD37-6C2323F19EB0}" srcOrd="0" destOrd="0" presId="urn:microsoft.com/office/officeart/2005/8/layout/hierarchy1"/>
    <dgm:cxn modelId="{109019E9-92EB-4030-84EB-CCFA451F4834}" type="presParOf" srcId="{AD752036-19E0-4767-9270-F53F465EC3ED}" destId="{1E4FB02C-676B-4491-AEA1-C1197960A134}" srcOrd="1" destOrd="0" presId="urn:microsoft.com/office/officeart/2005/8/layout/hierarchy1"/>
    <dgm:cxn modelId="{127574FB-11E8-426F-93A1-CF87D2ED0FB6}" type="presParOf" srcId="{2E675C75-6098-40B8-A3E4-84A6FAD4658E}" destId="{5478499D-6BE9-48D7-98A6-A366C85124A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AD0FB6-C3C8-4106-9235-BEEDEC49BA1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FEDC7B4-A69C-4F9F-986B-4D4B03B5830A}">
      <dgm:prSet/>
      <dgm:spPr/>
      <dgm:t>
        <a:bodyPr/>
        <a:lstStyle/>
        <a:p>
          <a:r>
            <a:rPr lang="en-US" baseline="0"/>
            <a:t>Oktatásban.</a:t>
          </a:r>
          <a:endParaRPr lang="en-US"/>
        </a:p>
      </dgm:t>
    </dgm:pt>
    <dgm:pt modelId="{B55DA3E0-7E9C-4FDE-AFEF-87237F7AEB69}" type="parTrans" cxnId="{C4378C9E-298E-4402-9CE1-3B2DB45BC04B}">
      <dgm:prSet/>
      <dgm:spPr/>
      <dgm:t>
        <a:bodyPr/>
        <a:lstStyle/>
        <a:p>
          <a:endParaRPr lang="en-US"/>
        </a:p>
      </dgm:t>
    </dgm:pt>
    <dgm:pt modelId="{EFC17DF9-C40D-4DD7-90B4-E6C996413AEC}" type="sibTrans" cxnId="{C4378C9E-298E-4402-9CE1-3B2DB45BC04B}">
      <dgm:prSet/>
      <dgm:spPr/>
      <dgm:t>
        <a:bodyPr/>
        <a:lstStyle/>
        <a:p>
          <a:endParaRPr lang="en-US"/>
        </a:p>
      </dgm:t>
    </dgm:pt>
    <dgm:pt modelId="{C61E8869-C452-4825-A750-642D94D355D2}">
      <dgm:prSet/>
      <dgm:spPr/>
      <dgm:t>
        <a:bodyPr/>
        <a:lstStyle/>
        <a:p>
          <a:r>
            <a:rPr lang="en-US" baseline="0"/>
            <a:t>Junior fejlesztők támogatására.</a:t>
          </a:r>
          <a:endParaRPr lang="en-US"/>
        </a:p>
      </dgm:t>
    </dgm:pt>
    <dgm:pt modelId="{BEE32CFB-6557-4FC4-9B8F-1904388E866A}" type="parTrans" cxnId="{5E940AF4-8681-44A9-AE69-DE6324415F1A}">
      <dgm:prSet/>
      <dgm:spPr/>
      <dgm:t>
        <a:bodyPr/>
        <a:lstStyle/>
        <a:p>
          <a:endParaRPr lang="en-US"/>
        </a:p>
      </dgm:t>
    </dgm:pt>
    <dgm:pt modelId="{DC9BCFE1-42C2-4613-AA0D-6C87A0AEFCBF}" type="sibTrans" cxnId="{5E940AF4-8681-44A9-AE69-DE6324415F1A}">
      <dgm:prSet/>
      <dgm:spPr/>
      <dgm:t>
        <a:bodyPr/>
        <a:lstStyle/>
        <a:p>
          <a:endParaRPr lang="en-US"/>
        </a:p>
      </dgm:t>
    </dgm:pt>
    <dgm:pt modelId="{342898FE-5F62-4704-9C16-ECEB3DF5242F}">
      <dgm:prSet/>
      <dgm:spPr/>
      <dgm:t>
        <a:bodyPr/>
        <a:lstStyle/>
        <a:p>
          <a:r>
            <a:rPr lang="en-US" baseline="0"/>
            <a:t>Prototípusokhoz, MVP-khez.</a:t>
          </a:r>
          <a:endParaRPr lang="en-US"/>
        </a:p>
      </dgm:t>
    </dgm:pt>
    <dgm:pt modelId="{8C836FCA-CFA4-4409-9B1A-9B6B8778D701}" type="parTrans" cxnId="{9B93A640-EC2A-48C3-84CF-53B49CA1526A}">
      <dgm:prSet/>
      <dgm:spPr/>
      <dgm:t>
        <a:bodyPr/>
        <a:lstStyle/>
        <a:p>
          <a:endParaRPr lang="en-US"/>
        </a:p>
      </dgm:t>
    </dgm:pt>
    <dgm:pt modelId="{2157E50D-EF1F-4A87-9044-7D30977E4A6A}" type="sibTrans" cxnId="{9B93A640-EC2A-48C3-84CF-53B49CA1526A}">
      <dgm:prSet/>
      <dgm:spPr/>
      <dgm:t>
        <a:bodyPr/>
        <a:lstStyle/>
        <a:p>
          <a:endParaRPr lang="en-US"/>
        </a:p>
      </dgm:t>
    </dgm:pt>
    <dgm:pt modelId="{E9CEB709-42A2-45A9-A40C-52F6C2744D08}">
      <dgm:prSet/>
      <dgm:spPr/>
      <dgm:t>
        <a:bodyPr/>
        <a:lstStyle/>
        <a:p>
          <a:r>
            <a:rPr lang="en-US" baseline="0"/>
            <a:t>Vállalati környezetben – validációval.</a:t>
          </a:r>
          <a:endParaRPr lang="en-US"/>
        </a:p>
      </dgm:t>
    </dgm:pt>
    <dgm:pt modelId="{0B1F753A-F418-415B-8A86-E68FE117D35F}" type="parTrans" cxnId="{8630C6E3-A2D6-4E6B-9F97-923BC37ED2E5}">
      <dgm:prSet/>
      <dgm:spPr/>
      <dgm:t>
        <a:bodyPr/>
        <a:lstStyle/>
        <a:p>
          <a:endParaRPr lang="en-US"/>
        </a:p>
      </dgm:t>
    </dgm:pt>
    <dgm:pt modelId="{A3E9F751-7BE2-43EB-AF51-96DE79E7FC9F}" type="sibTrans" cxnId="{8630C6E3-A2D6-4E6B-9F97-923BC37ED2E5}">
      <dgm:prSet/>
      <dgm:spPr/>
      <dgm:t>
        <a:bodyPr/>
        <a:lstStyle/>
        <a:p>
          <a:endParaRPr lang="en-US"/>
        </a:p>
      </dgm:t>
    </dgm:pt>
    <dgm:pt modelId="{E273575E-9EA6-42FA-8BAE-31EC2825B606}" type="pres">
      <dgm:prSet presAssocID="{75AD0FB6-C3C8-4106-9235-BEEDEC49BA11}" presName="linear" presStyleCnt="0">
        <dgm:presLayoutVars>
          <dgm:animLvl val="lvl"/>
          <dgm:resizeHandles val="exact"/>
        </dgm:presLayoutVars>
      </dgm:prSet>
      <dgm:spPr/>
    </dgm:pt>
    <dgm:pt modelId="{4492A6A2-D70A-4B77-AAF9-08288870FC8D}" type="pres">
      <dgm:prSet presAssocID="{3FEDC7B4-A69C-4F9F-986B-4D4B03B5830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B0EF67-590D-41C4-B0E4-E8F4191609AD}" type="pres">
      <dgm:prSet presAssocID="{EFC17DF9-C40D-4DD7-90B4-E6C996413AEC}" presName="spacer" presStyleCnt="0"/>
      <dgm:spPr/>
    </dgm:pt>
    <dgm:pt modelId="{B805C522-74CE-435B-BBD4-860D8FD4064F}" type="pres">
      <dgm:prSet presAssocID="{C61E8869-C452-4825-A750-642D94D355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73B242E-6635-47A4-8443-4B059B8F37B6}" type="pres">
      <dgm:prSet presAssocID="{DC9BCFE1-42C2-4613-AA0D-6C87A0AEFCBF}" presName="spacer" presStyleCnt="0"/>
      <dgm:spPr/>
    </dgm:pt>
    <dgm:pt modelId="{A7F9EB49-9024-4A8D-9E02-DF9EF9CD1BBA}" type="pres">
      <dgm:prSet presAssocID="{342898FE-5F62-4704-9C16-ECEB3DF524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92E0E9-C419-456D-9913-EA18C5DB6D6F}" type="pres">
      <dgm:prSet presAssocID="{2157E50D-EF1F-4A87-9044-7D30977E4A6A}" presName="spacer" presStyleCnt="0"/>
      <dgm:spPr/>
    </dgm:pt>
    <dgm:pt modelId="{7FC1C2C9-003A-4F93-98DD-8D364C59591B}" type="pres">
      <dgm:prSet presAssocID="{E9CEB709-42A2-45A9-A40C-52F6C2744D0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892C2F-7DEC-4D8D-8F1E-0830BC2118A0}" type="presOf" srcId="{E9CEB709-42A2-45A9-A40C-52F6C2744D08}" destId="{7FC1C2C9-003A-4F93-98DD-8D364C59591B}" srcOrd="0" destOrd="0" presId="urn:microsoft.com/office/officeart/2005/8/layout/vList2"/>
    <dgm:cxn modelId="{9B93A640-EC2A-48C3-84CF-53B49CA1526A}" srcId="{75AD0FB6-C3C8-4106-9235-BEEDEC49BA11}" destId="{342898FE-5F62-4704-9C16-ECEB3DF5242F}" srcOrd="2" destOrd="0" parTransId="{8C836FCA-CFA4-4409-9B1A-9B6B8778D701}" sibTransId="{2157E50D-EF1F-4A87-9044-7D30977E4A6A}"/>
    <dgm:cxn modelId="{F2F1B884-4A60-4C9B-AAC5-E75E7CB55723}" type="presOf" srcId="{3FEDC7B4-A69C-4F9F-986B-4D4B03B5830A}" destId="{4492A6A2-D70A-4B77-AAF9-08288870FC8D}" srcOrd="0" destOrd="0" presId="urn:microsoft.com/office/officeart/2005/8/layout/vList2"/>
    <dgm:cxn modelId="{32A48586-5311-4739-BA3A-C9A235C20DCD}" type="presOf" srcId="{75AD0FB6-C3C8-4106-9235-BEEDEC49BA11}" destId="{E273575E-9EA6-42FA-8BAE-31EC2825B606}" srcOrd="0" destOrd="0" presId="urn:microsoft.com/office/officeart/2005/8/layout/vList2"/>
    <dgm:cxn modelId="{198AD08F-BB4B-42DE-BE84-B4A5EBA0C808}" type="presOf" srcId="{342898FE-5F62-4704-9C16-ECEB3DF5242F}" destId="{A7F9EB49-9024-4A8D-9E02-DF9EF9CD1BBA}" srcOrd="0" destOrd="0" presId="urn:microsoft.com/office/officeart/2005/8/layout/vList2"/>
    <dgm:cxn modelId="{C4378C9E-298E-4402-9CE1-3B2DB45BC04B}" srcId="{75AD0FB6-C3C8-4106-9235-BEEDEC49BA11}" destId="{3FEDC7B4-A69C-4F9F-986B-4D4B03B5830A}" srcOrd="0" destOrd="0" parTransId="{B55DA3E0-7E9C-4FDE-AFEF-87237F7AEB69}" sibTransId="{EFC17DF9-C40D-4DD7-90B4-E6C996413AEC}"/>
    <dgm:cxn modelId="{CF3736D1-ECC3-47E9-BAA9-2112E57757B4}" type="presOf" srcId="{C61E8869-C452-4825-A750-642D94D355D2}" destId="{B805C522-74CE-435B-BBD4-860D8FD4064F}" srcOrd="0" destOrd="0" presId="urn:microsoft.com/office/officeart/2005/8/layout/vList2"/>
    <dgm:cxn modelId="{8630C6E3-A2D6-4E6B-9F97-923BC37ED2E5}" srcId="{75AD0FB6-C3C8-4106-9235-BEEDEC49BA11}" destId="{E9CEB709-42A2-45A9-A40C-52F6C2744D08}" srcOrd="3" destOrd="0" parTransId="{0B1F753A-F418-415B-8A86-E68FE117D35F}" sibTransId="{A3E9F751-7BE2-43EB-AF51-96DE79E7FC9F}"/>
    <dgm:cxn modelId="{5E940AF4-8681-44A9-AE69-DE6324415F1A}" srcId="{75AD0FB6-C3C8-4106-9235-BEEDEC49BA11}" destId="{C61E8869-C452-4825-A750-642D94D355D2}" srcOrd="1" destOrd="0" parTransId="{BEE32CFB-6557-4FC4-9B8F-1904388E866A}" sibTransId="{DC9BCFE1-42C2-4613-AA0D-6C87A0AEFCBF}"/>
    <dgm:cxn modelId="{940B9893-4CA2-4A46-BEDB-2299BF15A871}" type="presParOf" srcId="{E273575E-9EA6-42FA-8BAE-31EC2825B606}" destId="{4492A6A2-D70A-4B77-AAF9-08288870FC8D}" srcOrd="0" destOrd="0" presId="urn:microsoft.com/office/officeart/2005/8/layout/vList2"/>
    <dgm:cxn modelId="{9071670C-747A-4734-BF5C-A8778E95D722}" type="presParOf" srcId="{E273575E-9EA6-42FA-8BAE-31EC2825B606}" destId="{C9B0EF67-590D-41C4-B0E4-E8F4191609AD}" srcOrd="1" destOrd="0" presId="urn:microsoft.com/office/officeart/2005/8/layout/vList2"/>
    <dgm:cxn modelId="{A2265E16-DEF6-4D95-A2A9-F322FFD4B947}" type="presParOf" srcId="{E273575E-9EA6-42FA-8BAE-31EC2825B606}" destId="{B805C522-74CE-435B-BBD4-860D8FD4064F}" srcOrd="2" destOrd="0" presId="urn:microsoft.com/office/officeart/2005/8/layout/vList2"/>
    <dgm:cxn modelId="{946B913D-E697-456C-B6AE-789020D73DF0}" type="presParOf" srcId="{E273575E-9EA6-42FA-8BAE-31EC2825B606}" destId="{773B242E-6635-47A4-8443-4B059B8F37B6}" srcOrd="3" destOrd="0" presId="urn:microsoft.com/office/officeart/2005/8/layout/vList2"/>
    <dgm:cxn modelId="{509600F9-9314-413D-A40B-5766AD499F6B}" type="presParOf" srcId="{E273575E-9EA6-42FA-8BAE-31EC2825B606}" destId="{A7F9EB49-9024-4A8D-9E02-DF9EF9CD1BBA}" srcOrd="4" destOrd="0" presId="urn:microsoft.com/office/officeart/2005/8/layout/vList2"/>
    <dgm:cxn modelId="{7412B0B7-E8E2-4814-825A-84CA4269E3D0}" type="presParOf" srcId="{E273575E-9EA6-42FA-8BAE-31EC2825B606}" destId="{F692E0E9-C419-456D-9913-EA18C5DB6D6F}" srcOrd="5" destOrd="0" presId="urn:microsoft.com/office/officeart/2005/8/layout/vList2"/>
    <dgm:cxn modelId="{FE2D8C3F-04FD-4319-A0F2-FE904C62D6CD}" type="presParOf" srcId="{E273575E-9EA6-42FA-8BAE-31EC2825B606}" destId="{7FC1C2C9-003A-4F93-98DD-8D364C5959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A1D885-0FA5-4039-B6C8-5F358F233E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AA2B668-F131-43C7-A6CC-AFA70A32B1EF}">
      <dgm:prSet/>
      <dgm:spPr/>
      <dgm:t>
        <a:bodyPr/>
        <a:lstStyle/>
        <a:p>
          <a:r>
            <a:rPr lang="en-US" baseline="0"/>
            <a:t>A Copilot nem váltja ki a fejlesztőt, hanem kiterjeszti.</a:t>
          </a:r>
          <a:endParaRPr lang="en-US"/>
        </a:p>
      </dgm:t>
    </dgm:pt>
    <dgm:pt modelId="{718FD09E-BB8A-4377-A8F4-26FF96A2C811}" type="parTrans" cxnId="{7D6FB6DF-4929-4B88-ADC1-5DCB40233A01}">
      <dgm:prSet/>
      <dgm:spPr/>
      <dgm:t>
        <a:bodyPr/>
        <a:lstStyle/>
        <a:p>
          <a:endParaRPr lang="en-US"/>
        </a:p>
      </dgm:t>
    </dgm:pt>
    <dgm:pt modelId="{88C523C8-8EDB-4049-BCEB-CD91D2672F06}" type="sibTrans" cxnId="{7D6FB6DF-4929-4B88-ADC1-5DCB40233A01}">
      <dgm:prSet/>
      <dgm:spPr/>
      <dgm:t>
        <a:bodyPr/>
        <a:lstStyle/>
        <a:p>
          <a:endParaRPr lang="en-US"/>
        </a:p>
      </dgm:t>
    </dgm:pt>
    <dgm:pt modelId="{F97849B9-DB61-46AD-8B47-90DB3645CFD5}">
      <dgm:prSet/>
      <dgm:spPr/>
      <dgm:t>
        <a:bodyPr/>
        <a:lstStyle/>
        <a:p>
          <a:r>
            <a:rPr lang="en-US" baseline="0"/>
            <a:t>"Nem az AI ír helyetted kódot, hanem te írsz jobban – vele."</a:t>
          </a:r>
          <a:endParaRPr lang="en-US"/>
        </a:p>
      </dgm:t>
    </dgm:pt>
    <dgm:pt modelId="{AA8AE05F-7D1A-45D0-AE3D-AF8B12F168FE}" type="parTrans" cxnId="{85962076-EA68-499A-B267-707A0C1E55EF}">
      <dgm:prSet/>
      <dgm:spPr/>
      <dgm:t>
        <a:bodyPr/>
        <a:lstStyle/>
        <a:p>
          <a:endParaRPr lang="en-US"/>
        </a:p>
      </dgm:t>
    </dgm:pt>
    <dgm:pt modelId="{F1C87834-0BA3-432C-99A6-342359F41F02}" type="sibTrans" cxnId="{85962076-EA68-499A-B267-707A0C1E55EF}">
      <dgm:prSet/>
      <dgm:spPr/>
      <dgm:t>
        <a:bodyPr/>
        <a:lstStyle/>
        <a:p>
          <a:endParaRPr lang="en-US"/>
        </a:p>
      </dgm:t>
    </dgm:pt>
    <dgm:pt modelId="{EC7FEEF3-00C2-4BAF-AC09-7BE70B2E9F9A}" type="pres">
      <dgm:prSet presAssocID="{44A1D885-0FA5-4039-B6C8-5F358F233EE3}" presName="root" presStyleCnt="0">
        <dgm:presLayoutVars>
          <dgm:dir/>
          <dgm:resizeHandles val="exact"/>
        </dgm:presLayoutVars>
      </dgm:prSet>
      <dgm:spPr/>
    </dgm:pt>
    <dgm:pt modelId="{092DCB9D-9DC9-4111-A4FC-96DFEBF3E467}" type="pres">
      <dgm:prSet presAssocID="{CAA2B668-F131-43C7-A6CC-AFA70A32B1EF}" presName="compNode" presStyleCnt="0"/>
      <dgm:spPr/>
    </dgm:pt>
    <dgm:pt modelId="{3B8A0362-0B6D-4820-846F-11FF31194830}" type="pres">
      <dgm:prSet presAssocID="{CAA2B668-F131-43C7-A6CC-AFA70A32B1EF}" presName="bgRect" presStyleLbl="bgShp" presStyleIdx="0" presStyleCnt="2"/>
      <dgm:spPr/>
    </dgm:pt>
    <dgm:pt modelId="{FA7C4E98-916D-4BB0-A840-EECC4A4AF153}" type="pres">
      <dgm:prSet presAssocID="{CAA2B668-F131-43C7-A6CC-AFA70A32B1E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éf"/>
        </a:ext>
      </dgm:extLst>
    </dgm:pt>
    <dgm:pt modelId="{C3072E62-9B43-4830-A3EC-F67E1A683C15}" type="pres">
      <dgm:prSet presAssocID="{CAA2B668-F131-43C7-A6CC-AFA70A32B1EF}" presName="spaceRect" presStyleCnt="0"/>
      <dgm:spPr/>
    </dgm:pt>
    <dgm:pt modelId="{1E626CF7-EB2B-47F4-BECF-18C8D83C7AAD}" type="pres">
      <dgm:prSet presAssocID="{CAA2B668-F131-43C7-A6CC-AFA70A32B1EF}" presName="parTx" presStyleLbl="revTx" presStyleIdx="0" presStyleCnt="2">
        <dgm:presLayoutVars>
          <dgm:chMax val="0"/>
          <dgm:chPref val="0"/>
        </dgm:presLayoutVars>
      </dgm:prSet>
      <dgm:spPr/>
    </dgm:pt>
    <dgm:pt modelId="{B55CCFE6-83D3-46B1-A364-DFC7C5E0C736}" type="pres">
      <dgm:prSet presAssocID="{88C523C8-8EDB-4049-BCEB-CD91D2672F06}" presName="sibTrans" presStyleCnt="0"/>
      <dgm:spPr/>
    </dgm:pt>
    <dgm:pt modelId="{F82BBC99-F208-4209-A0AE-8FEB41C3D040}" type="pres">
      <dgm:prSet presAssocID="{F97849B9-DB61-46AD-8B47-90DB3645CFD5}" presName="compNode" presStyleCnt="0"/>
      <dgm:spPr/>
    </dgm:pt>
    <dgm:pt modelId="{956A6AE9-30DF-4EAF-8339-9D453E120294}" type="pres">
      <dgm:prSet presAssocID="{F97849B9-DB61-46AD-8B47-90DB3645CFD5}" presName="bgRect" presStyleLbl="bgShp" presStyleIdx="1" presStyleCnt="2"/>
      <dgm:spPr/>
    </dgm:pt>
    <dgm:pt modelId="{DAF7F837-DFD1-4B69-BEE1-6A812E4DE846}" type="pres">
      <dgm:prSet presAssocID="{F97849B9-DB61-46AD-8B47-90DB3645CFD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5F92FF0-46C3-4D15-82EA-235600B9EF9C}" type="pres">
      <dgm:prSet presAssocID="{F97849B9-DB61-46AD-8B47-90DB3645CFD5}" presName="spaceRect" presStyleCnt="0"/>
      <dgm:spPr/>
    </dgm:pt>
    <dgm:pt modelId="{743E3A95-03AC-4F58-BF7F-0FF254EA5121}" type="pres">
      <dgm:prSet presAssocID="{F97849B9-DB61-46AD-8B47-90DB3645CFD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12FFC36-5C1B-41F3-9707-EEF6ACE6BB6B}" type="presOf" srcId="{44A1D885-0FA5-4039-B6C8-5F358F233EE3}" destId="{EC7FEEF3-00C2-4BAF-AC09-7BE70B2E9F9A}" srcOrd="0" destOrd="0" presId="urn:microsoft.com/office/officeart/2018/2/layout/IconVerticalSolidList"/>
    <dgm:cxn modelId="{85962076-EA68-499A-B267-707A0C1E55EF}" srcId="{44A1D885-0FA5-4039-B6C8-5F358F233EE3}" destId="{F97849B9-DB61-46AD-8B47-90DB3645CFD5}" srcOrd="1" destOrd="0" parTransId="{AA8AE05F-7D1A-45D0-AE3D-AF8B12F168FE}" sibTransId="{F1C87834-0BA3-432C-99A6-342359F41F02}"/>
    <dgm:cxn modelId="{FC02E382-0D1A-4A49-B59C-85D68C8574C1}" type="presOf" srcId="{F97849B9-DB61-46AD-8B47-90DB3645CFD5}" destId="{743E3A95-03AC-4F58-BF7F-0FF254EA5121}" srcOrd="0" destOrd="0" presId="urn:microsoft.com/office/officeart/2018/2/layout/IconVerticalSolidList"/>
    <dgm:cxn modelId="{7D6FB6DF-4929-4B88-ADC1-5DCB40233A01}" srcId="{44A1D885-0FA5-4039-B6C8-5F358F233EE3}" destId="{CAA2B668-F131-43C7-A6CC-AFA70A32B1EF}" srcOrd="0" destOrd="0" parTransId="{718FD09E-BB8A-4377-A8F4-26FF96A2C811}" sibTransId="{88C523C8-8EDB-4049-BCEB-CD91D2672F06}"/>
    <dgm:cxn modelId="{BF3B7DE1-77C1-4A51-8030-CCAE2788DDF3}" type="presOf" srcId="{CAA2B668-F131-43C7-A6CC-AFA70A32B1EF}" destId="{1E626CF7-EB2B-47F4-BECF-18C8D83C7AAD}" srcOrd="0" destOrd="0" presId="urn:microsoft.com/office/officeart/2018/2/layout/IconVerticalSolidList"/>
    <dgm:cxn modelId="{BC2446ED-88F3-4BF4-952E-BFE380EBBFAC}" type="presParOf" srcId="{EC7FEEF3-00C2-4BAF-AC09-7BE70B2E9F9A}" destId="{092DCB9D-9DC9-4111-A4FC-96DFEBF3E467}" srcOrd="0" destOrd="0" presId="urn:microsoft.com/office/officeart/2018/2/layout/IconVerticalSolidList"/>
    <dgm:cxn modelId="{1F55F1C1-542E-4A26-AD98-17C84BA2E73D}" type="presParOf" srcId="{092DCB9D-9DC9-4111-A4FC-96DFEBF3E467}" destId="{3B8A0362-0B6D-4820-846F-11FF31194830}" srcOrd="0" destOrd="0" presId="urn:microsoft.com/office/officeart/2018/2/layout/IconVerticalSolidList"/>
    <dgm:cxn modelId="{A3269EBE-7DD5-4565-8815-8596B9432371}" type="presParOf" srcId="{092DCB9D-9DC9-4111-A4FC-96DFEBF3E467}" destId="{FA7C4E98-916D-4BB0-A840-EECC4A4AF153}" srcOrd="1" destOrd="0" presId="urn:microsoft.com/office/officeart/2018/2/layout/IconVerticalSolidList"/>
    <dgm:cxn modelId="{B48E499B-FB42-4985-A0A6-F96970541836}" type="presParOf" srcId="{092DCB9D-9DC9-4111-A4FC-96DFEBF3E467}" destId="{C3072E62-9B43-4830-A3EC-F67E1A683C15}" srcOrd="2" destOrd="0" presId="urn:microsoft.com/office/officeart/2018/2/layout/IconVerticalSolidList"/>
    <dgm:cxn modelId="{3CA21495-CB66-4A45-B605-488567E17597}" type="presParOf" srcId="{092DCB9D-9DC9-4111-A4FC-96DFEBF3E467}" destId="{1E626CF7-EB2B-47F4-BECF-18C8D83C7AAD}" srcOrd="3" destOrd="0" presId="urn:microsoft.com/office/officeart/2018/2/layout/IconVerticalSolidList"/>
    <dgm:cxn modelId="{AB4EFCAF-0E2C-48E7-806D-EF6BF65B51A3}" type="presParOf" srcId="{EC7FEEF3-00C2-4BAF-AC09-7BE70B2E9F9A}" destId="{B55CCFE6-83D3-46B1-A364-DFC7C5E0C736}" srcOrd="1" destOrd="0" presId="urn:microsoft.com/office/officeart/2018/2/layout/IconVerticalSolidList"/>
    <dgm:cxn modelId="{A4FD2F9F-7CCE-409D-98BD-76D44F49AFB6}" type="presParOf" srcId="{EC7FEEF3-00C2-4BAF-AC09-7BE70B2E9F9A}" destId="{F82BBC99-F208-4209-A0AE-8FEB41C3D040}" srcOrd="2" destOrd="0" presId="urn:microsoft.com/office/officeart/2018/2/layout/IconVerticalSolidList"/>
    <dgm:cxn modelId="{999B23BE-F22E-4D08-A42D-90B5C320FB7D}" type="presParOf" srcId="{F82BBC99-F208-4209-A0AE-8FEB41C3D040}" destId="{956A6AE9-30DF-4EAF-8339-9D453E120294}" srcOrd="0" destOrd="0" presId="urn:microsoft.com/office/officeart/2018/2/layout/IconVerticalSolidList"/>
    <dgm:cxn modelId="{0C5E8A5A-3937-4C6D-B84C-B00CEFEB9D23}" type="presParOf" srcId="{F82BBC99-F208-4209-A0AE-8FEB41C3D040}" destId="{DAF7F837-DFD1-4B69-BEE1-6A812E4DE846}" srcOrd="1" destOrd="0" presId="urn:microsoft.com/office/officeart/2018/2/layout/IconVerticalSolidList"/>
    <dgm:cxn modelId="{D280A076-738A-4E9F-B62F-F14F10B2B55E}" type="presParOf" srcId="{F82BBC99-F208-4209-A0AE-8FEB41C3D040}" destId="{A5F92FF0-46C3-4D15-82EA-235600B9EF9C}" srcOrd="2" destOrd="0" presId="urn:microsoft.com/office/officeart/2018/2/layout/IconVerticalSolidList"/>
    <dgm:cxn modelId="{60761410-BFD3-4312-BD90-A084590D1C76}" type="presParOf" srcId="{F82BBC99-F208-4209-A0AE-8FEB41C3D040}" destId="{743E3A95-03AC-4F58-BF7F-0FF254EA51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CEF1C-9A3D-40F7-9901-57B89A1C71B3}">
      <dsp:nvSpPr>
        <dsp:cNvPr id="0" name=""/>
        <dsp:cNvSpPr/>
      </dsp:nvSpPr>
      <dsp:spPr>
        <a:xfrm>
          <a:off x="0" y="0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Egy mesterséges intelligencián alapuló kódgenerátor.</a:t>
          </a:r>
          <a:endParaRPr lang="en-US" sz="2400" kern="1200"/>
        </a:p>
      </dsp:txBody>
      <dsp:txXfrm>
        <a:off x="27073" y="27073"/>
        <a:ext cx="4839389" cy="870179"/>
      </dsp:txXfrm>
    </dsp:sp>
    <dsp:sp modelId="{F355992B-516B-42A7-8249-4BB3315D298C}">
      <dsp:nvSpPr>
        <dsp:cNvPr id="0" name=""/>
        <dsp:cNvSpPr/>
      </dsp:nvSpPr>
      <dsp:spPr>
        <a:xfrm>
          <a:off x="495374" y="1092384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1761182"/>
            <a:satOff val="-1520"/>
            <a:lumOff val="-4183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Az OpenAI és a GitHub (Microsoft) közös fejlesztése.</a:t>
          </a:r>
          <a:endParaRPr lang="en-US" sz="2400" kern="1200"/>
        </a:p>
      </dsp:txBody>
      <dsp:txXfrm>
        <a:off x="522447" y="1119457"/>
        <a:ext cx="4764582" cy="870179"/>
      </dsp:txXfrm>
    </dsp:sp>
    <dsp:sp modelId="{8259069A-A771-4AED-8C89-3643C71AA9CF}">
      <dsp:nvSpPr>
        <dsp:cNvPr id="0" name=""/>
        <dsp:cNvSpPr/>
      </dsp:nvSpPr>
      <dsp:spPr>
        <a:xfrm>
          <a:off x="983354" y="2184768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3522364"/>
            <a:satOff val="-3039"/>
            <a:lumOff val="-836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Visual Studio Code-ba, JetBrains IDE-kbe beépíthető.</a:t>
          </a:r>
          <a:endParaRPr lang="en-US" sz="2400" kern="1200"/>
        </a:p>
      </dsp:txBody>
      <dsp:txXfrm>
        <a:off x="1010427" y="2211841"/>
        <a:ext cx="4771976" cy="870179"/>
      </dsp:txXfrm>
    </dsp:sp>
    <dsp:sp modelId="{69E0A757-EAF3-40D9-9C42-1C53647BDDB4}">
      <dsp:nvSpPr>
        <dsp:cNvPr id="0" name=""/>
        <dsp:cNvSpPr/>
      </dsp:nvSpPr>
      <dsp:spPr>
        <a:xfrm>
          <a:off x="1478728" y="3277152"/>
          <a:ext cx="5914914" cy="924325"/>
        </a:xfrm>
        <a:prstGeom prst="roundRect">
          <a:avLst>
            <a:gd name="adj" fmla="val 10000"/>
          </a:avLst>
        </a:prstGeom>
        <a:solidFill>
          <a:schemeClr val="accent2">
            <a:hueOff val="5283545"/>
            <a:satOff val="-4559"/>
            <a:lumOff val="-1254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Cél: segíti a fejlesztőket a gyorsabb, hatékonyabb munkában.</a:t>
          </a:r>
          <a:endParaRPr lang="en-US" sz="2400" kern="1200"/>
        </a:p>
      </dsp:txBody>
      <dsp:txXfrm>
        <a:off x="1505801" y="3304225"/>
        <a:ext cx="4764582" cy="870179"/>
      </dsp:txXfrm>
    </dsp:sp>
    <dsp:sp modelId="{CAD9EE46-62E8-46D3-B0D1-C75683D8FFD2}">
      <dsp:nvSpPr>
        <dsp:cNvPr id="0" name=""/>
        <dsp:cNvSpPr/>
      </dsp:nvSpPr>
      <dsp:spPr>
        <a:xfrm>
          <a:off x="5314103" y="707949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449285" y="707949"/>
        <a:ext cx="330447" cy="452110"/>
      </dsp:txXfrm>
    </dsp:sp>
    <dsp:sp modelId="{DC7A4A2E-593D-4E08-B802-9E14E1A51386}">
      <dsp:nvSpPr>
        <dsp:cNvPr id="0" name=""/>
        <dsp:cNvSpPr/>
      </dsp:nvSpPr>
      <dsp:spPr>
        <a:xfrm>
          <a:off x="5809477" y="1800333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315626"/>
            <a:satOff val="-6111"/>
            <a:lumOff val="-1226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2315626"/>
              <a:satOff val="-6111"/>
              <a:lumOff val="-12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944659" y="1800333"/>
        <a:ext cx="330447" cy="452110"/>
      </dsp:txXfrm>
    </dsp:sp>
    <dsp:sp modelId="{B556AF76-0210-43F9-A809-0186FEF26490}">
      <dsp:nvSpPr>
        <dsp:cNvPr id="0" name=""/>
        <dsp:cNvSpPr/>
      </dsp:nvSpPr>
      <dsp:spPr>
        <a:xfrm>
          <a:off x="6297457" y="2892717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631252"/>
            <a:satOff val="-12223"/>
            <a:lumOff val="-2452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4631252"/>
              <a:satOff val="-12223"/>
              <a:lumOff val="-24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432639" y="2892717"/>
        <a:ext cx="330447" cy="452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7EABE-6778-4809-A961-3B1A08247AFE}">
      <dsp:nvSpPr>
        <dsp:cNvPr id="0" name=""/>
        <dsp:cNvSpPr/>
      </dsp:nvSpPr>
      <dsp:spPr>
        <a:xfrm>
          <a:off x="0" y="62238"/>
          <a:ext cx="7393643" cy="965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A Copilot egy nagy nyelvi modellre (GPT-típus) épül.</a:t>
          </a:r>
          <a:endParaRPr lang="en-US" sz="2500" kern="1200"/>
        </a:p>
      </dsp:txBody>
      <dsp:txXfrm>
        <a:off x="47120" y="109358"/>
        <a:ext cx="7299403" cy="871010"/>
      </dsp:txXfrm>
    </dsp:sp>
    <dsp:sp modelId="{85827434-4DB5-4956-94F9-C4296127C892}">
      <dsp:nvSpPr>
        <dsp:cNvPr id="0" name=""/>
        <dsp:cNvSpPr/>
      </dsp:nvSpPr>
      <dsp:spPr>
        <a:xfrm>
          <a:off x="0" y="1099488"/>
          <a:ext cx="7393643" cy="965250"/>
        </a:xfrm>
        <a:prstGeom prst="roundRect">
          <a:avLst/>
        </a:prstGeom>
        <a:solidFill>
          <a:schemeClr val="accent2">
            <a:hueOff val="1761182"/>
            <a:satOff val="-1520"/>
            <a:lumOff val="-4183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A kódod kontextusa alapján tippel, mit szeretnél írni.</a:t>
          </a:r>
          <a:endParaRPr lang="en-US" sz="2500" kern="1200"/>
        </a:p>
      </dsp:txBody>
      <dsp:txXfrm>
        <a:off x="47120" y="1146608"/>
        <a:ext cx="7299403" cy="871010"/>
      </dsp:txXfrm>
    </dsp:sp>
    <dsp:sp modelId="{822416B8-A3D6-4BE2-9863-56D9F35205E3}">
      <dsp:nvSpPr>
        <dsp:cNvPr id="0" name=""/>
        <dsp:cNvSpPr/>
      </dsp:nvSpPr>
      <dsp:spPr>
        <a:xfrm>
          <a:off x="0" y="2136739"/>
          <a:ext cx="7393643" cy="965250"/>
        </a:xfrm>
        <a:prstGeom prst="roundRect">
          <a:avLst/>
        </a:prstGeom>
        <a:solidFill>
          <a:schemeClr val="accent2">
            <a:hueOff val="3522364"/>
            <a:satOff val="-3039"/>
            <a:lumOff val="-836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Teljes függvényeket is generál.</a:t>
          </a:r>
          <a:endParaRPr lang="en-US" sz="2500" kern="1200"/>
        </a:p>
      </dsp:txBody>
      <dsp:txXfrm>
        <a:off x="47120" y="2183859"/>
        <a:ext cx="7299403" cy="871010"/>
      </dsp:txXfrm>
    </dsp:sp>
    <dsp:sp modelId="{1A512523-022C-4565-BB25-98352D4AC8A2}">
      <dsp:nvSpPr>
        <dsp:cNvPr id="0" name=""/>
        <dsp:cNvSpPr/>
      </dsp:nvSpPr>
      <dsp:spPr>
        <a:xfrm>
          <a:off x="0" y="3173989"/>
          <a:ext cx="7393643" cy="965250"/>
        </a:xfrm>
        <a:prstGeom prst="roundRect">
          <a:avLst/>
        </a:prstGeom>
        <a:solidFill>
          <a:schemeClr val="accent2">
            <a:hueOff val="5283545"/>
            <a:satOff val="-4559"/>
            <a:lumOff val="-1254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Példa: `function getWeather()` – ő már sejti, mit akarsz.</a:t>
          </a:r>
          <a:endParaRPr lang="en-US" sz="2500" kern="1200"/>
        </a:p>
      </dsp:txBody>
      <dsp:txXfrm>
        <a:off x="47120" y="3221109"/>
        <a:ext cx="7299403" cy="8710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B6996-78A1-4F75-91E5-2E4CB4E92D6A}">
      <dsp:nvSpPr>
        <dsp:cNvPr id="0" name=""/>
        <dsp:cNvSpPr/>
      </dsp:nvSpPr>
      <dsp:spPr>
        <a:xfrm>
          <a:off x="870" y="1141723"/>
          <a:ext cx="1857226" cy="11143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Kódrészletek automatikus befejezése.</a:t>
          </a:r>
          <a:endParaRPr lang="en-US" sz="1500" kern="1200"/>
        </a:p>
      </dsp:txBody>
      <dsp:txXfrm>
        <a:off x="33508" y="1174361"/>
        <a:ext cx="1791950" cy="1049060"/>
      </dsp:txXfrm>
    </dsp:sp>
    <dsp:sp modelId="{756D4A41-D919-42A6-8E4E-3580191B8E6A}">
      <dsp:nvSpPr>
        <dsp:cNvPr id="0" name=""/>
        <dsp:cNvSpPr/>
      </dsp:nvSpPr>
      <dsp:spPr>
        <a:xfrm>
          <a:off x="2021533" y="1468595"/>
          <a:ext cx="393732" cy="4605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021533" y="1560713"/>
        <a:ext cx="275612" cy="276356"/>
      </dsp:txXfrm>
    </dsp:sp>
    <dsp:sp modelId="{44DDE263-8299-4AFC-8244-6306B8DE7A4D}">
      <dsp:nvSpPr>
        <dsp:cNvPr id="0" name=""/>
        <dsp:cNvSpPr/>
      </dsp:nvSpPr>
      <dsp:spPr>
        <a:xfrm>
          <a:off x="2600988" y="1141723"/>
          <a:ext cx="1857226" cy="11143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Tesztírás, dokumentáció generálás.</a:t>
          </a:r>
          <a:endParaRPr lang="en-US" sz="1500" kern="1200"/>
        </a:p>
      </dsp:txBody>
      <dsp:txXfrm>
        <a:off x="2633626" y="1174361"/>
        <a:ext cx="1791950" cy="1049060"/>
      </dsp:txXfrm>
    </dsp:sp>
    <dsp:sp modelId="{6D3938B2-4877-4800-A18B-C7C834CD6103}">
      <dsp:nvSpPr>
        <dsp:cNvPr id="0" name=""/>
        <dsp:cNvSpPr/>
      </dsp:nvSpPr>
      <dsp:spPr>
        <a:xfrm rot="5400000">
          <a:off x="3332735" y="2386065"/>
          <a:ext cx="393732" cy="4605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3391423" y="2419495"/>
        <a:ext cx="276356" cy="275612"/>
      </dsp:txXfrm>
    </dsp:sp>
    <dsp:sp modelId="{9CCC2395-CA62-46CF-9262-5ABAF7A45A9F}">
      <dsp:nvSpPr>
        <dsp:cNvPr id="0" name=""/>
        <dsp:cNvSpPr/>
      </dsp:nvSpPr>
      <dsp:spPr>
        <a:xfrm>
          <a:off x="2600988" y="2998949"/>
          <a:ext cx="1857226" cy="11143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Több programnyelvet támogat: JavaScript, Python, Java, stb.</a:t>
          </a:r>
          <a:endParaRPr lang="en-US" sz="1500" kern="1200"/>
        </a:p>
      </dsp:txBody>
      <dsp:txXfrm>
        <a:off x="2633626" y="3031587"/>
        <a:ext cx="1791950" cy="1049060"/>
      </dsp:txXfrm>
    </dsp:sp>
    <dsp:sp modelId="{D4EDDE24-6925-4F88-AAB4-53FE8B0B4402}">
      <dsp:nvSpPr>
        <dsp:cNvPr id="0" name=""/>
        <dsp:cNvSpPr/>
      </dsp:nvSpPr>
      <dsp:spPr>
        <a:xfrm rot="10800000">
          <a:off x="2043820" y="3325821"/>
          <a:ext cx="393732" cy="4605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2161940" y="3417939"/>
        <a:ext cx="275612" cy="276356"/>
      </dsp:txXfrm>
    </dsp:sp>
    <dsp:sp modelId="{77E10A26-A9B4-4A75-AF47-1E91FAAB7157}">
      <dsp:nvSpPr>
        <dsp:cNvPr id="0" name=""/>
        <dsp:cNvSpPr/>
      </dsp:nvSpPr>
      <dsp:spPr>
        <a:xfrm>
          <a:off x="870" y="2998949"/>
          <a:ext cx="1857226" cy="11143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baseline="0"/>
            <a:t>Ismer gyakori könyvtárakat, mintákat is.</a:t>
          </a:r>
          <a:endParaRPr lang="en-US" sz="1500" kern="1200"/>
        </a:p>
      </dsp:txBody>
      <dsp:txXfrm>
        <a:off x="33508" y="3031587"/>
        <a:ext cx="1791950" cy="10490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2FFD4-7E6B-4E8C-BA89-0A4757A29B32}">
      <dsp:nvSpPr>
        <dsp:cNvPr id="0" name=""/>
        <dsp:cNvSpPr/>
      </dsp:nvSpPr>
      <dsp:spPr>
        <a:xfrm>
          <a:off x="0" y="669379"/>
          <a:ext cx="7393643" cy="65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Gyorsabb fejlesztés – kevesebb boilerplate kód.</a:t>
          </a:r>
          <a:endParaRPr lang="en-US" sz="2800" kern="1200"/>
        </a:p>
      </dsp:txBody>
      <dsp:txXfrm>
        <a:off x="31984" y="701363"/>
        <a:ext cx="7329675" cy="591232"/>
      </dsp:txXfrm>
    </dsp:sp>
    <dsp:sp modelId="{4B2E31AB-22F3-47BE-B1C8-2542248CAC74}">
      <dsp:nvSpPr>
        <dsp:cNvPr id="0" name=""/>
        <dsp:cNvSpPr/>
      </dsp:nvSpPr>
      <dsp:spPr>
        <a:xfrm>
          <a:off x="0" y="1405218"/>
          <a:ext cx="7393643" cy="655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Tanulási segítség – példákat mutat.</a:t>
          </a:r>
          <a:endParaRPr lang="en-US" sz="2800" kern="1200"/>
        </a:p>
      </dsp:txBody>
      <dsp:txXfrm>
        <a:off x="31984" y="1437202"/>
        <a:ext cx="7329675" cy="591232"/>
      </dsp:txXfrm>
    </dsp:sp>
    <dsp:sp modelId="{168CF25C-A86E-48CF-8287-A936E9E62310}">
      <dsp:nvSpPr>
        <dsp:cNvPr id="0" name=""/>
        <dsp:cNvSpPr/>
      </dsp:nvSpPr>
      <dsp:spPr>
        <a:xfrm>
          <a:off x="0" y="2141059"/>
          <a:ext cx="7393643" cy="655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Kreatív blokk oldása.</a:t>
          </a:r>
          <a:endParaRPr lang="en-US" sz="2800" kern="1200"/>
        </a:p>
      </dsp:txBody>
      <dsp:txXfrm>
        <a:off x="31984" y="2173043"/>
        <a:ext cx="7329675" cy="591232"/>
      </dsp:txXfrm>
    </dsp:sp>
    <dsp:sp modelId="{E5AA617D-AC52-4A4C-A725-F0D62A712D30}">
      <dsp:nvSpPr>
        <dsp:cNvPr id="0" name=""/>
        <dsp:cNvSpPr/>
      </dsp:nvSpPr>
      <dsp:spPr>
        <a:xfrm>
          <a:off x="0" y="2876899"/>
          <a:ext cx="7393643" cy="65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/>
            <a:t>Refaktor ötletek.</a:t>
          </a:r>
          <a:endParaRPr lang="en-US" sz="2800" kern="1200"/>
        </a:p>
      </dsp:txBody>
      <dsp:txXfrm>
        <a:off x="31984" y="2908883"/>
        <a:ext cx="7329675" cy="5912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5D4AA-A121-424A-A2EF-E2A53DDE303F}">
      <dsp:nvSpPr>
        <dsp:cNvPr id="0" name=""/>
        <dsp:cNvSpPr/>
      </dsp:nvSpPr>
      <dsp:spPr>
        <a:xfrm>
          <a:off x="2166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141AD0-699F-4D01-8B93-C46315C1F33F}">
      <dsp:nvSpPr>
        <dsp:cNvPr id="0" name=""/>
        <dsp:cNvSpPr/>
      </dsp:nvSpPr>
      <dsp:spPr>
        <a:xfrm>
          <a:off x="174010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Nem mindig pontos – lehet hibás kód.</a:t>
          </a:r>
          <a:endParaRPr lang="en-US" sz="1800" kern="1200"/>
        </a:p>
      </dsp:txBody>
      <dsp:txXfrm>
        <a:off x="202774" y="1720083"/>
        <a:ext cx="1489071" cy="924562"/>
      </dsp:txXfrm>
    </dsp:sp>
    <dsp:sp modelId="{70D4D8E2-6E7D-45B9-A275-7B41D5866373}">
      <dsp:nvSpPr>
        <dsp:cNvPr id="0" name=""/>
        <dsp:cNvSpPr/>
      </dsp:nvSpPr>
      <dsp:spPr>
        <a:xfrm>
          <a:off x="1892454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731DE8F-02C3-48E0-9666-A88EC8A44009}">
      <dsp:nvSpPr>
        <dsp:cNvPr id="0" name=""/>
        <dsp:cNvSpPr/>
      </dsp:nvSpPr>
      <dsp:spPr>
        <a:xfrm>
          <a:off x="2064299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Nem helyettesít tanulást!</a:t>
          </a:r>
          <a:endParaRPr lang="en-US" sz="1800" kern="1200"/>
        </a:p>
      </dsp:txBody>
      <dsp:txXfrm>
        <a:off x="2093063" y="1720083"/>
        <a:ext cx="1489071" cy="924562"/>
      </dsp:txXfrm>
    </dsp:sp>
    <dsp:sp modelId="{3DA1E084-768B-4625-807D-73C9357AAAC0}">
      <dsp:nvSpPr>
        <dsp:cNvPr id="0" name=""/>
        <dsp:cNvSpPr/>
      </dsp:nvSpPr>
      <dsp:spPr>
        <a:xfrm>
          <a:off x="3782743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F6C3913-A5B8-4230-BAB4-0C5BD87958E1}">
      <dsp:nvSpPr>
        <dsp:cNvPr id="0" name=""/>
        <dsp:cNvSpPr/>
      </dsp:nvSpPr>
      <dsp:spPr>
        <a:xfrm>
          <a:off x="3954588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Licencelési kérdések.</a:t>
          </a:r>
          <a:endParaRPr lang="en-US" sz="1800" kern="1200"/>
        </a:p>
      </dsp:txBody>
      <dsp:txXfrm>
        <a:off x="3983352" y="1720083"/>
        <a:ext cx="1489071" cy="924562"/>
      </dsp:txXfrm>
    </dsp:sp>
    <dsp:sp modelId="{11DB2F1D-4A18-4FEB-AD37-6C2323F19EB0}">
      <dsp:nvSpPr>
        <dsp:cNvPr id="0" name=""/>
        <dsp:cNvSpPr/>
      </dsp:nvSpPr>
      <dsp:spPr>
        <a:xfrm>
          <a:off x="5673032" y="1528067"/>
          <a:ext cx="1546599" cy="9820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4FB02C-676B-4491-AEA1-C1197960A134}">
      <dsp:nvSpPr>
        <dsp:cNvPr id="0" name=""/>
        <dsp:cNvSpPr/>
      </dsp:nvSpPr>
      <dsp:spPr>
        <a:xfrm>
          <a:off x="5844876" y="1691319"/>
          <a:ext cx="1546599" cy="9820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Az AI nem érti a projekt célját.</a:t>
          </a:r>
          <a:endParaRPr lang="en-US" sz="1800" kern="1200"/>
        </a:p>
      </dsp:txBody>
      <dsp:txXfrm>
        <a:off x="5873640" y="1720083"/>
        <a:ext cx="1489071" cy="9245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92A6A2-D70A-4B77-AAF9-08288870FC8D}">
      <dsp:nvSpPr>
        <dsp:cNvPr id="0" name=""/>
        <dsp:cNvSpPr/>
      </dsp:nvSpPr>
      <dsp:spPr>
        <a:xfrm>
          <a:off x="0" y="59186"/>
          <a:ext cx="4492602" cy="121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Oktatásban.</a:t>
          </a:r>
          <a:endParaRPr lang="en-US" sz="3200" kern="1200"/>
        </a:p>
      </dsp:txBody>
      <dsp:txXfrm>
        <a:off x="59399" y="118585"/>
        <a:ext cx="4373804" cy="1098002"/>
      </dsp:txXfrm>
    </dsp:sp>
    <dsp:sp modelId="{B805C522-74CE-435B-BBD4-860D8FD4064F}">
      <dsp:nvSpPr>
        <dsp:cNvPr id="0" name=""/>
        <dsp:cNvSpPr/>
      </dsp:nvSpPr>
      <dsp:spPr>
        <a:xfrm>
          <a:off x="0" y="1368147"/>
          <a:ext cx="4492602" cy="1216800"/>
        </a:xfrm>
        <a:prstGeom prst="roundRect">
          <a:avLst/>
        </a:prstGeom>
        <a:solidFill>
          <a:schemeClr val="accent2">
            <a:hueOff val="1761182"/>
            <a:satOff val="-1520"/>
            <a:lumOff val="-418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Junior fejlesztők támogatására.</a:t>
          </a:r>
          <a:endParaRPr lang="en-US" sz="3200" kern="1200"/>
        </a:p>
      </dsp:txBody>
      <dsp:txXfrm>
        <a:off x="59399" y="1427546"/>
        <a:ext cx="4373804" cy="1098002"/>
      </dsp:txXfrm>
    </dsp:sp>
    <dsp:sp modelId="{A7F9EB49-9024-4A8D-9E02-DF9EF9CD1BBA}">
      <dsp:nvSpPr>
        <dsp:cNvPr id="0" name=""/>
        <dsp:cNvSpPr/>
      </dsp:nvSpPr>
      <dsp:spPr>
        <a:xfrm>
          <a:off x="0" y="2677107"/>
          <a:ext cx="4492602" cy="1216800"/>
        </a:xfrm>
        <a:prstGeom prst="roundRect">
          <a:avLst/>
        </a:prstGeom>
        <a:solidFill>
          <a:schemeClr val="accent2">
            <a:hueOff val="3522364"/>
            <a:satOff val="-3039"/>
            <a:lumOff val="-836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Prototípusokhoz, MVP-khez.</a:t>
          </a:r>
          <a:endParaRPr lang="en-US" sz="3200" kern="1200"/>
        </a:p>
      </dsp:txBody>
      <dsp:txXfrm>
        <a:off x="59399" y="2736506"/>
        <a:ext cx="4373804" cy="1098002"/>
      </dsp:txXfrm>
    </dsp:sp>
    <dsp:sp modelId="{7FC1C2C9-003A-4F93-98DD-8D364C59591B}">
      <dsp:nvSpPr>
        <dsp:cNvPr id="0" name=""/>
        <dsp:cNvSpPr/>
      </dsp:nvSpPr>
      <dsp:spPr>
        <a:xfrm>
          <a:off x="0" y="3986067"/>
          <a:ext cx="4492602" cy="1216800"/>
        </a:xfrm>
        <a:prstGeom prst="roundRect">
          <a:avLst/>
        </a:prstGeom>
        <a:solidFill>
          <a:schemeClr val="accent2">
            <a:hueOff val="5283545"/>
            <a:satOff val="-4559"/>
            <a:lumOff val="-1254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baseline="0"/>
            <a:t>Vállalati környezetben – validációval.</a:t>
          </a:r>
          <a:endParaRPr lang="en-US" sz="3200" kern="1200"/>
        </a:p>
      </dsp:txBody>
      <dsp:txXfrm>
        <a:off x="59399" y="4045466"/>
        <a:ext cx="4373804" cy="10980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8A0362-0B6D-4820-846F-11FF31194830}">
      <dsp:nvSpPr>
        <dsp:cNvPr id="0" name=""/>
        <dsp:cNvSpPr/>
      </dsp:nvSpPr>
      <dsp:spPr>
        <a:xfrm>
          <a:off x="0" y="682740"/>
          <a:ext cx="7393643" cy="12604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C4E98-916D-4BB0-A840-EECC4A4AF153}">
      <dsp:nvSpPr>
        <dsp:cNvPr id="0" name=""/>
        <dsp:cNvSpPr/>
      </dsp:nvSpPr>
      <dsp:spPr>
        <a:xfrm>
          <a:off x="381284" y="966339"/>
          <a:ext cx="693243" cy="6932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26CF7-EB2B-47F4-BECF-18C8D83C7AAD}">
      <dsp:nvSpPr>
        <dsp:cNvPr id="0" name=""/>
        <dsp:cNvSpPr/>
      </dsp:nvSpPr>
      <dsp:spPr>
        <a:xfrm>
          <a:off x="1455812" y="682740"/>
          <a:ext cx="5937830" cy="1260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97" tIns="133397" rIns="133397" bIns="13339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A Copilot nem váltja ki a fejlesztőt, hanem kiterjeszti.</a:t>
          </a:r>
          <a:endParaRPr lang="en-US" sz="2500" kern="1200"/>
        </a:p>
      </dsp:txBody>
      <dsp:txXfrm>
        <a:off x="1455812" y="682740"/>
        <a:ext cx="5937830" cy="1260443"/>
      </dsp:txXfrm>
    </dsp:sp>
    <dsp:sp modelId="{956A6AE9-30DF-4EAF-8339-9D453E120294}">
      <dsp:nvSpPr>
        <dsp:cNvPr id="0" name=""/>
        <dsp:cNvSpPr/>
      </dsp:nvSpPr>
      <dsp:spPr>
        <a:xfrm>
          <a:off x="0" y="2258294"/>
          <a:ext cx="7393643" cy="12604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F7F837-DFD1-4B69-BEE1-6A812E4DE846}">
      <dsp:nvSpPr>
        <dsp:cNvPr id="0" name=""/>
        <dsp:cNvSpPr/>
      </dsp:nvSpPr>
      <dsp:spPr>
        <a:xfrm>
          <a:off x="381284" y="2541894"/>
          <a:ext cx="693243" cy="6932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E3A95-03AC-4F58-BF7F-0FF254EA5121}">
      <dsp:nvSpPr>
        <dsp:cNvPr id="0" name=""/>
        <dsp:cNvSpPr/>
      </dsp:nvSpPr>
      <dsp:spPr>
        <a:xfrm>
          <a:off x="1455812" y="2258294"/>
          <a:ext cx="5937830" cy="1260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97" tIns="133397" rIns="133397" bIns="13339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"Nem az AI ír helyetted kódot, hanem te írsz jobban – vele."</a:t>
          </a:r>
          <a:endParaRPr lang="en-US" sz="2500" kern="1200"/>
        </a:p>
      </dsp:txBody>
      <dsp:txXfrm>
        <a:off x="1455812" y="2258294"/>
        <a:ext cx="5937830" cy="1260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1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3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6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2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4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32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5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1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7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0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28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1442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6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35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49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1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4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68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B482FD-C684-4DAA-AC4C-1739F51A9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427" y="1097280"/>
            <a:ext cx="4532906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/>
              <a:t>GitHub Copilot: A jövő programozása?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097280"/>
            <a:ext cx="2442133" cy="46268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>
                <a:solidFill>
                  <a:schemeClr val="tx1"/>
                </a:solidFill>
              </a:rPr>
              <a:t>Egy mesterséges intelligencia, ami tudja, mit akarsz írni... néha még előtted is.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AA738B-EDF5-4694-B25A-3488245B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953" y="2057399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Mi az a GitHub Copilot?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FDEC19-F7D5-16F8-2176-A62A8AC44E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563475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Hogyan működik?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1C3454-BC72-AE6B-041E-124C987D5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378550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715" y="804672"/>
            <a:ext cx="2118480" cy="5215128"/>
          </a:xfrm>
        </p:spPr>
        <p:txBody>
          <a:bodyPr anchor="ctr">
            <a:normAutofit/>
          </a:bodyPr>
          <a:lstStyle/>
          <a:p>
            <a:r>
              <a:rPr lang="hu-HU" sz="3100">
                <a:solidFill>
                  <a:srgbClr val="FFFFFF"/>
                </a:solidFill>
              </a:rPr>
              <a:t>Mire képes?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A9A9DF-ECF4-0C56-C0FF-0B21CF629B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898978"/>
              </p:ext>
            </p:extLst>
          </p:nvPr>
        </p:nvGraphicFramePr>
        <p:xfrm>
          <a:off x="603504" y="804671"/>
          <a:ext cx="4459086" cy="5255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Előnyök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393248-31F8-7799-BA05-450F9B56A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368618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Hátrányok / Kockázatok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134A5A-4088-33DA-D4B8-E1498B9740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766216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543" y="836023"/>
            <a:ext cx="2039091" cy="5183777"/>
          </a:xfrm>
        </p:spPr>
        <p:txBody>
          <a:bodyPr anchor="ctr">
            <a:normAutofit/>
          </a:bodyPr>
          <a:lstStyle/>
          <a:p>
            <a:r>
              <a:rPr lang="hu-HU" sz="2600">
                <a:solidFill>
                  <a:srgbClr val="FFFFFF"/>
                </a:solidFill>
              </a:rPr>
              <a:t>Hol használják?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98258C-94EF-BC32-5DA9-E2D272771F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665975"/>
              </p:ext>
            </p:extLst>
          </p:nvPr>
        </p:nvGraphicFramePr>
        <p:xfrm>
          <a:off x="3494111" y="804672"/>
          <a:ext cx="4492602" cy="5262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3" y="365760"/>
            <a:ext cx="7393787" cy="1325562"/>
          </a:xfrm>
        </p:spPr>
        <p:txBody>
          <a:bodyPr>
            <a:normAutofit/>
          </a:bodyPr>
          <a:lstStyle/>
          <a:p>
            <a:r>
              <a:t>Összegzés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FEF6CB-76D9-DDAA-8050-C788B23039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890756"/>
              </p:ext>
            </p:extLst>
          </p:nvPr>
        </p:nvGraphicFramePr>
        <p:xfrm>
          <a:off x="946547" y="2013055"/>
          <a:ext cx="7393643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500179-3E63-8300-C23F-A8BE5FB8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200" dirty="0">
                <a:solidFill>
                  <a:srgbClr val="FFFFFF"/>
                </a:solidFill>
              </a:rPr>
              <a:t>Köszönöm a </a:t>
            </a:r>
            <a:r>
              <a:rPr lang="en-US" sz="5200" dirty="0" err="1">
                <a:solidFill>
                  <a:srgbClr val="FFFFFF"/>
                </a:solidFill>
              </a:rPr>
              <a:t>figyelmet</a:t>
            </a:r>
            <a:r>
              <a:rPr lang="en-US" sz="5200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9B4BBEB-3499-28BB-1F28-8C78BBB36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u-HU" dirty="0"/>
              <a:t>Készítette: Csontos Kincső 13/A</a:t>
            </a:r>
          </a:p>
        </p:txBody>
      </p:sp>
    </p:spTree>
    <p:extLst>
      <p:ext uri="{BB962C8B-B14F-4D97-AF65-F5344CB8AC3E}">
        <p14:creationId xmlns:p14="http://schemas.microsoft.com/office/powerpoint/2010/main" val="2146569979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3EC26C"/>
      </a:accent1>
      <a:accent2>
        <a:srgbClr val="B3D463"/>
      </a:accent2>
      <a:accent3>
        <a:srgbClr val="3BBC9D"/>
      </a:accent3>
      <a:accent4>
        <a:srgbClr val="97AF75"/>
      </a:accent4>
      <a:accent5>
        <a:srgbClr val="6BA841"/>
      </a:accent5>
      <a:accent6>
        <a:srgbClr val="79AE90"/>
      </a:accent6>
      <a:hlink>
        <a:srgbClr val="85E4A6"/>
      </a:hlink>
      <a:folHlink>
        <a:srgbClr val="BDF3D0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43372978-11FE-4814-AC26-BC300187D8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TM04033929[[fn=Pala]]</Template>
  <TotalTime>8</TotalTime>
  <Words>242</Words>
  <Application>Microsoft Office PowerPoint</Application>
  <PresentationFormat>Diavetítés a képernyőre (4:3 oldalarány)</PresentationFormat>
  <Paragraphs>37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2" baseType="lpstr">
      <vt:lpstr>Calisto MT</vt:lpstr>
      <vt:lpstr>Wingdings 2</vt:lpstr>
      <vt:lpstr>Pala</vt:lpstr>
      <vt:lpstr>GitHub Copilot: A jövő programozása?</vt:lpstr>
      <vt:lpstr>Mi az a GitHub Copilot?</vt:lpstr>
      <vt:lpstr>Hogyan működik?</vt:lpstr>
      <vt:lpstr>Mire képes?</vt:lpstr>
      <vt:lpstr>Előnyök</vt:lpstr>
      <vt:lpstr>Hátrányok / Kockázatok</vt:lpstr>
      <vt:lpstr>Hol használják?</vt:lpstr>
      <vt:lpstr>Összegzés</vt:lpstr>
      <vt:lpstr>Köszönöm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Csontos Kincső</cp:lastModifiedBy>
  <cp:revision>3</cp:revision>
  <dcterms:created xsi:type="dcterms:W3CDTF">2013-01-27T09:14:16Z</dcterms:created>
  <dcterms:modified xsi:type="dcterms:W3CDTF">2025-05-29T10:50:26Z</dcterms:modified>
  <cp:category/>
</cp:coreProperties>
</file>