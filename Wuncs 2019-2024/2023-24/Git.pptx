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64" r:id="rId5"/>
    <p:sldId id="258" r:id="rId6"/>
    <p:sldId id="265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B82E-DD50-47DA-97D7-5E8517550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D354E-E80F-43F2-BA92-3A89D324D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852F4-F904-4BD9-B776-4A427170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48220-9E17-4250-84F6-547CD437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80912-65C0-4EA2-A1F2-D96A7E5F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860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B91B6-2C17-4717-BFA3-0B9D55B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625E2-3C13-4AF3-A98C-3D1985AE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A174-54D4-4516-A3D4-E34B858F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C1774-1BA4-4267-83A4-6E84BBA4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946C-A132-46CD-88DC-A7C929A4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0721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C8BD-51AF-47B2-813F-9CB33746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20C6D-050C-4EAB-A210-F79885520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BFA4-E366-46D5-91E4-276A6837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5440E-1BC7-4208-92CB-2C5D10FD2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AF0AB-5CBB-43E9-8916-E9E6C93F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502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BF7E-630E-49F1-924A-0F62053E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B5A3-5057-42FD-A67F-29E9BFB68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25137-FC4A-429F-AFB1-0648F2CA2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42841-1A05-4DC2-87B4-C22A5D48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C8FC-6BF8-4144-B815-F5918906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11F87-95B8-48A9-B34F-41C74B43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3229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5139-6AE9-4E63-8863-22FC8CA8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F57E8-27E4-4139-B0C1-5F0066C9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F18C0-4DA2-4D19-BDC6-FC35268B7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45431-CF2E-4C8C-88DA-4DA492FB1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025A9-0190-4636-BC20-467410473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C80A9-B8EB-4384-A273-0117FC3E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4E89C-8D9E-4297-96B1-ADBC6451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05C11-EF9D-47A2-B19E-DB1B5BF8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356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0D26-B646-4012-98F0-3341DC25D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90C920-4A9A-4119-A99B-C592B51E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3BD7A-2AAD-4E94-9970-1198FE32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E85D7-1A9C-4AFD-835D-2A2C6812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733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B7468-9749-414C-8872-92AF1D71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78AAD-4FDE-4F9B-99C3-57D65470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FCF5A-7024-43A9-BF1F-7AFBCF3C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83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1577-85E4-45A9-A605-DD43515E3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82A3-081A-496A-9076-8EBAD1B51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72D12-3490-4C08-9876-2D4DF7DE4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588E6-9937-49FE-B9FF-23E0C094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E5266-3F2D-4A67-97EE-0823A3DB1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22889-9FD8-48E4-A7D0-8D5D1572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8298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E4AE-BF9A-4E0B-8E10-91E913943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378F6-1DE2-408A-B56E-8CD7AAD19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6DEA1-D85F-4E11-9B34-DE1C583E0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24971-171E-49F8-921E-7D0B8DDCE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A0579-78AD-4D93-895F-ECD248AF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6E28D-5D41-449B-B8C2-E108239A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329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CFEF-DA28-4C64-9A07-B604DB12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B612-29A9-4888-ACFD-DF86DEF92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6917-AECE-427D-840E-E15865BA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0693C-6EF5-4DA3-8039-BA31D06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36D14-EE14-451B-926A-3D2DB115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500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4D37BA-FA41-4909-A565-E129B734E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C25C3-CE1B-4914-9673-E2A852330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27BC-7AA2-40F6-B048-C84D583F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A6313-DA12-45D3-979C-5738B319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D4BF-DC3C-4DD0-B6F9-A93BDD14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6796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F1D5-B662-49D1-A917-CAF2F6505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38791-87A0-40DC-BA8E-D61D9CF45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2CB63-C6FA-4978-B881-F7BFA590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8CEFC-A893-4263-8F54-D2B83D20D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B551-12D2-4ABB-B767-22D9D35B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36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D4FE-13C1-4C91-844E-080B751D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C50D-41E9-4B89-9333-CD7909652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1CBFE-ACB2-4626-B59F-6A68E4FB5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4B6A1-3638-475E-B563-A451EC6D3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8421-1FA9-4563-B8D6-7762B26A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4723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4144-D06D-4F74-9BF3-56BE23062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8A553-3734-4A20-8749-8FD6D0815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D59A9-C2B3-4936-8A06-C1D48040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41ED3-A33B-47C8-80A7-4C76066C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95B0D-FEE8-499F-AC77-62A77930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3495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FADF-278B-49BA-AB7A-9C07FAA6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FAFC-F8AC-4AE2-A1B2-A795832B2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220A5-B876-43AB-93C9-A13F85926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2A7FA-3CBC-43F7-A1B5-471C070F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41A23-297F-481A-881D-7871B93C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12840-C3DE-4680-9063-F9925460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1505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C9C05-687F-4F82-AE17-68B5F629B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08B1B-D16E-44BD-9F6D-73297BE93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B8650-C6A6-4075-9276-CDCB8FEDB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6CD0E-5E63-45A8-9877-0EA231FC4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B14AC-DE5F-4F35-BDD6-9D6BC5905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49187-B216-4479-B425-8E73F814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E06EB4-89D2-40DD-83B4-29A9DCFC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23479-C0EC-4AD3-9FAC-29C86A8C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209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F199-B308-4AD9-872D-5D6EA784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CC4D1-806A-40B9-B6FD-4B0C79EA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3B20C-7CBC-470E-B554-EA137C7C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F40E43-C953-4F25-843A-7C14CCA3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3899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61A89-7FF9-4A44-A1F1-2F6FAD57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833B4-D4A4-4D06-9C34-B9211B7D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1DB24-BD2B-4879-9A05-1CC472FD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3250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7FAE-99EB-4E0D-952D-A3572C7F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D4CA-BCBF-48EC-9632-E3ADC989B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BFAEC-02F7-43BF-AC60-158669FEA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C6530-9A4F-4712-BCFA-A2548808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C7B4-B7ED-4117-B260-D53F797C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CB6D6-CD68-4CF4-95D2-2D41E1C3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1323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1FE3-522D-4B97-BE64-F1643C22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2AE3E-3500-4048-B949-97113DD6F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840CC-13E3-437F-80B0-636963F47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47DB9-7A8C-4B02-89C8-FA6B72C1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23058-0B14-4BDA-9E26-FC818CC6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B3964-A074-40A9-9A42-BD2544C2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66743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E9A1-61E0-4DC7-9480-F9BD5EE5B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7A8FC-989E-4C60-9EF4-32881E384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427AB-C210-46CB-B1EC-8D96E0994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48F77-D86A-4C60-AE9E-8F2A6964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644BF-C44B-4CB3-A935-C70CB4CB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375179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025221-094D-45C0-BF3E-A8EE24D7D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F8856-B3D2-46C5-945D-38B867E4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66BF-803C-46E1-95E8-416AF7D0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AD747-6375-4977-9F3B-C2B4CA44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34F3-408D-48BD-B376-CAC751CD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512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0C46FB-DC0C-4AEA-AAB0-1B5FD971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u-H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458BC-BF9A-4DAD-B0AE-297855B53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51155-3591-45F4-B0AE-AA663C1D4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1D7CB-A29A-4824-9F73-ACF062A6F4F6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C42D-6F13-4239-B39E-E84593B87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3541B-5DB6-4D14-B591-C57890D5E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41DC9-6DC4-4353-B40F-A88EA648EBD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35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964E9-C427-4BE5-8C4D-31C173B5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BF141-E786-4531-832D-1491C1EF7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FE75E-1347-4496-96A9-889084F94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419B9-1654-4FC6-BF90-1E86AABC9B0E}" type="datetimeFigureOut">
              <a:rPr lang="hu-HU" smtClean="0"/>
              <a:t>2021. 02. 10.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BFA49-7403-44B7-9595-66D55D9D1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F6883-E597-46EB-87EA-FC256CD1C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38B22-C9DD-4D94-A61B-965AF157A5E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64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4D42-D9D4-4B35-AF40-120653919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77FC2-FB41-450C-91C1-B4233CFF80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4DF3C-0990-4DAA-AD28-1ED84FFCC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3720"/>
            <a:ext cx="12192000" cy="575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9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45C6-E69B-42D4-9026-65CD5407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a git?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C3376-E2EA-4DF0-8CFB-BE8784961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Nem-lineáris verziókezelő szoftver</a:t>
            </a:r>
          </a:p>
          <a:p>
            <a:r>
              <a:rPr lang="hu-HU" dirty="0"/>
              <a:t>Szabad Forráskódú</a:t>
            </a:r>
          </a:p>
          <a:p>
            <a:r>
              <a:rPr lang="hu-HU" dirty="0"/>
              <a:t>Szoftver forráskód-kezelő rendszer</a:t>
            </a:r>
          </a:p>
        </p:txBody>
      </p:sp>
    </p:spTree>
    <p:extLst>
      <p:ext uri="{BB962C8B-B14F-4D97-AF65-F5344CB8AC3E}">
        <p14:creationId xmlns:p14="http://schemas.microsoft.com/office/powerpoint/2010/main" val="394662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6E43C6-1938-406B-8F85-EAAC8A9A8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77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AD6D-4D69-4B54-ADB5-84A8F924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Mire használjuk?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814BF-3600-49C8-A55C-3308A296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Csoportos kódolás</a:t>
            </a:r>
          </a:p>
          <a:p>
            <a:r>
              <a:rPr lang="hu-HU" dirty="0"/>
              <a:t>Nem-lináris munkavégzés</a:t>
            </a:r>
          </a:p>
          <a:p>
            <a:r>
              <a:rPr lang="hu-HU" dirty="0"/>
              <a:t>Összetett verziókezelés</a:t>
            </a:r>
          </a:p>
          <a:p>
            <a:r>
              <a:rPr lang="hu-HU" dirty="0"/>
              <a:t>Precíz összefésülés</a:t>
            </a:r>
          </a:p>
        </p:txBody>
      </p:sp>
    </p:spTree>
    <p:extLst>
      <p:ext uri="{BB962C8B-B14F-4D97-AF65-F5344CB8AC3E}">
        <p14:creationId xmlns:p14="http://schemas.microsoft.com/office/powerpoint/2010/main" val="198141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8A37E138-BD81-412D-9A25-C1A5553A7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0" y="239532"/>
            <a:ext cx="12064181" cy="63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5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20BC-437A-4DEA-BD6B-CBC02181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Git mint kliens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286A-A3AF-4571-B5D5-81FF60504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Számítógépre telepítendő</a:t>
            </a:r>
          </a:p>
          <a:p>
            <a:r>
              <a:rPr lang="hu-HU" dirty="0"/>
              <a:t>Kommunikálunk a szerverrel (github)</a:t>
            </a:r>
          </a:p>
          <a:p>
            <a:r>
              <a:rPr lang="hu-HU" dirty="0"/>
              <a:t>3rd-party eszközök használata</a:t>
            </a:r>
          </a:p>
        </p:txBody>
      </p:sp>
    </p:spTree>
    <p:extLst>
      <p:ext uri="{BB962C8B-B14F-4D97-AF65-F5344CB8AC3E}">
        <p14:creationId xmlns:p14="http://schemas.microsoft.com/office/powerpoint/2010/main" val="1683402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29C7-625A-402A-A024-FFD1A788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Sourcetree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CF48-3788-4420-956A-B322B5DAB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Grafikus felület</a:t>
            </a:r>
          </a:p>
          <a:p>
            <a:r>
              <a:rPr lang="hu-HU" dirty="0"/>
              <a:t>Git kezeléséhez való</a:t>
            </a:r>
          </a:p>
          <a:p>
            <a:r>
              <a:rPr lang="hu-HU" dirty="0"/>
              <a:t>Leegyszerűsíti a git használatát</a:t>
            </a:r>
          </a:p>
          <a:p>
            <a:r>
              <a:rPr lang="hu-HU" dirty="0"/>
              <a:t>Kezdőknek és haladóknak is kényelmes</a:t>
            </a:r>
          </a:p>
        </p:txBody>
      </p:sp>
    </p:spTree>
    <p:extLst>
      <p:ext uri="{BB962C8B-B14F-4D97-AF65-F5344CB8AC3E}">
        <p14:creationId xmlns:p14="http://schemas.microsoft.com/office/powerpoint/2010/main" val="256564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9787A7F-47B1-422F-A7C9-9666B7B87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06" y="33461"/>
            <a:ext cx="10803988" cy="679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59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2DB05B9-D4E9-4A28-8A39-B0B0A8CA8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24" y="-7108"/>
            <a:ext cx="11167353" cy="687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E0C9-3CAE-44D2-B0F9-5C7FB0B1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2F745-2C25-4CCC-8333-46E912D0A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közös megosztási/letöltési platform</a:t>
            </a:r>
          </a:p>
          <a:p>
            <a:r>
              <a:rPr lang="hu-HU" dirty="0"/>
              <a:t>Bármilyen file feltölthető</a:t>
            </a:r>
          </a:p>
          <a:p>
            <a:r>
              <a:rPr lang="hu-HU" dirty="0"/>
              <a:t>Folyamatos</a:t>
            </a:r>
          </a:p>
          <a:p>
            <a:pPr lvl="1"/>
            <a:r>
              <a:rPr lang="hu-HU" dirty="0"/>
              <a:t>Fejlesztés</a:t>
            </a:r>
          </a:p>
          <a:p>
            <a:pPr lvl="1"/>
            <a:r>
              <a:rPr lang="hu-HU" dirty="0"/>
              <a:t>Kezelés</a:t>
            </a:r>
          </a:p>
          <a:p>
            <a:pPr lvl="1"/>
            <a:r>
              <a:rPr lang="hu-HU" dirty="0"/>
              <a:t>Megosztás</a:t>
            </a:r>
          </a:p>
          <a:p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40B6F-E86A-47C5-8FE1-681C38CE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860" y="2919120"/>
            <a:ext cx="3833186" cy="39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065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Custom Design</vt:lpstr>
      <vt:lpstr>PowerPoint Presentation</vt:lpstr>
      <vt:lpstr>Mi a git?</vt:lpstr>
      <vt:lpstr>PowerPoint Presentation</vt:lpstr>
      <vt:lpstr>Mire használjuk?</vt:lpstr>
      <vt:lpstr>PowerPoint Presentation</vt:lpstr>
      <vt:lpstr>Git mint kliens</vt:lpstr>
      <vt:lpstr>Sourcetree</vt:lpstr>
      <vt:lpstr>PowerPoint Presentation</vt:lpstr>
      <vt:lpstr>PowerPoint Presentation</vt:lpstr>
      <vt:lpstr>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dávid Wuncs</dc:creator>
  <cp:lastModifiedBy>dávid Wuncs</cp:lastModifiedBy>
  <cp:revision>1</cp:revision>
  <dcterms:created xsi:type="dcterms:W3CDTF">2021-02-10T09:14:11Z</dcterms:created>
  <dcterms:modified xsi:type="dcterms:W3CDTF">2021-02-10T09:25:14Z</dcterms:modified>
</cp:coreProperties>
</file>