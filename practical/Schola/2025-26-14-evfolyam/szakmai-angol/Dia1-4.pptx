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911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643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407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979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9511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1499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7500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6201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6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914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34317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1130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7514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5138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54507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467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47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CC922029-9BD7-41F3-BB09-8C64B6971CDB}" type="datetimeFigureOut">
              <a:rPr lang="hu-HU" smtClean="0"/>
              <a:t>2025. 06. 11.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29A75-E07D-42E1-8DA3-E3492CE6ED1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527171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hu-HU" sz="6600" dirty="0" err="1" smtClean="0"/>
              <a:t>Our</a:t>
            </a:r>
            <a:r>
              <a:rPr lang="hu-HU" sz="6600" dirty="0" smtClean="0"/>
              <a:t> Project Management System</a:t>
            </a:r>
            <a:endParaRPr lang="hu-HU" sz="66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smtClean="0"/>
              <a:t>Made </a:t>
            </a:r>
            <a:r>
              <a:rPr lang="hu-HU" dirty="0" err="1" smtClean="0"/>
              <a:t>by</a:t>
            </a:r>
            <a:r>
              <a:rPr lang="hu-HU" dirty="0" smtClean="0"/>
              <a:t>: Tag1, tag2, tag3 </a:t>
            </a:r>
            <a:br>
              <a:rPr lang="hu-HU" dirty="0" smtClean="0"/>
            </a:b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(a nevek angol formában legyenek)</a:t>
            </a:r>
            <a:endParaRPr lang="hu-HU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261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General </a:t>
            </a:r>
            <a:r>
              <a:rPr lang="hu-HU" dirty="0" err="1" smtClean="0"/>
              <a:t>overview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The </a:t>
            </a:r>
            <a:r>
              <a:rPr lang="hu-HU" dirty="0" err="1" smtClean="0"/>
              <a:t>problem</a:t>
            </a:r>
            <a:r>
              <a:rPr lang="hu-HU" dirty="0" smtClean="0"/>
              <a:t>: It is </a:t>
            </a:r>
            <a:r>
              <a:rPr lang="hu-HU" dirty="0" err="1" smtClean="0"/>
              <a:t>hard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manage</a:t>
            </a:r>
            <a:r>
              <a:rPr lang="hu-HU" dirty="0" smtClean="0"/>
              <a:t> IT </a:t>
            </a:r>
            <a:r>
              <a:rPr lang="hu-HU" dirty="0" err="1" smtClean="0"/>
              <a:t>projects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(milyen probléma megoldására lett kitalálva a projekt?)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solution</a:t>
            </a:r>
            <a:r>
              <a:rPr lang="hu-HU" dirty="0" smtClean="0"/>
              <a:t>: </a:t>
            </a:r>
            <a:r>
              <a:rPr lang="hu-HU" dirty="0" err="1" smtClean="0"/>
              <a:t>Unified</a:t>
            </a:r>
            <a:r>
              <a:rPr lang="hu-HU" dirty="0" smtClean="0"/>
              <a:t> </a:t>
            </a:r>
            <a:r>
              <a:rPr lang="hu-HU" dirty="0" err="1" smtClean="0"/>
              <a:t>yet</a:t>
            </a:r>
            <a:r>
              <a:rPr lang="hu-HU" dirty="0" smtClean="0"/>
              <a:t> </a:t>
            </a:r>
            <a:r>
              <a:rPr lang="hu-HU" dirty="0" err="1" smtClean="0"/>
              <a:t>complex</a:t>
            </a:r>
            <a:r>
              <a:rPr lang="hu-HU" dirty="0" smtClean="0"/>
              <a:t> </a:t>
            </a:r>
            <a:r>
              <a:rPr lang="hu-HU" dirty="0" err="1" smtClean="0"/>
              <a:t>system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(Mivel állt elő a csapat, mi a megoldás alapgondolata?)</a:t>
            </a:r>
          </a:p>
          <a:p>
            <a:r>
              <a:rPr lang="hu-HU" sz="1400" dirty="0" smtClean="0">
                <a:solidFill>
                  <a:schemeClr val="accent3">
                    <a:lumMod val="75000"/>
                  </a:schemeClr>
                </a:solidFill>
              </a:rPr>
              <a:t>(Projekt logója ide, ha van)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094" y="3745366"/>
            <a:ext cx="3133725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1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Functionality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 smtClean="0"/>
              <a:t>Optimal</a:t>
            </a:r>
            <a:r>
              <a:rPr lang="hu-HU" dirty="0" smtClean="0"/>
              <a:t> </a:t>
            </a:r>
            <a:r>
              <a:rPr lang="hu-HU" dirty="0" err="1" smtClean="0"/>
              <a:t>organizing</a:t>
            </a:r>
            <a:r>
              <a:rPr lang="hu-HU" dirty="0" smtClean="0"/>
              <a:t> and </a:t>
            </a:r>
            <a:r>
              <a:rPr lang="hu-HU" dirty="0" err="1" smtClean="0"/>
              <a:t>handling</a:t>
            </a:r>
            <a:r>
              <a:rPr lang="hu-HU" dirty="0" smtClean="0"/>
              <a:t> of </a:t>
            </a:r>
            <a:r>
              <a:rPr lang="hu-HU" dirty="0" err="1" smtClean="0"/>
              <a:t>projects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(általános körülírás)</a:t>
            </a:r>
          </a:p>
          <a:p>
            <a:r>
              <a:rPr lang="hu-HU" dirty="0" err="1" smtClean="0"/>
              <a:t>Build</a:t>
            </a:r>
            <a:r>
              <a:rPr lang="hu-HU" dirty="0" smtClean="0"/>
              <a:t>-in </a:t>
            </a:r>
            <a:r>
              <a:rPr lang="hu-HU" dirty="0" err="1" smtClean="0"/>
              <a:t>functions</a:t>
            </a:r>
            <a:r>
              <a:rPr lang="hu-HU" dirty="0" smtClean="0"/>
              <a:t>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(minden főbb menüpont megemlítése, összefoglalások 1-2 mondatban)</a:t>
            </a:r>
          </a:p>
          <a:p>
            <a:pPr lvl="1"/>
            <a:r>
              <a:rPr lang="hu-HU" dirty="0" err="1" smtClean="0"/>
              <a:t>Registration</a:t>
            </a:r>
            <a:r>
              <a:rPr lang="hu-HU" dirty="0" smtClean="0"/>
              <a:t> and login</a:t>
            </a:r>
          </a:p>
          <a:p>
            <a:pPr lvl="1"/>
            <a:r>
              <a:rPr lang="hu-HU" dirty="0" err="1" smtClean="0"/>
              <a:t>Create</a:t>
            </a:r>
            <a:r>
              <a:rPr lang="hu-HU" dirty="0" smtClean="0"/>
              <a:t> </a:t>
            </a:r>
            <a:r>
              <a:rPr lang="hu-HU" dirty="0" err="1" smtClean="0"/>
              <a:t>projects</a:t>
            </a:r>
            <a:endParaRPr lang="hu-HU" dirty="0" smtClean="0"/>
          </a:p>
          <a:p>
            <a:pPr lvl="1"/>
            <a:r>
              <a:rPr lang="hu-HU" dirty="0" err="1" smtClean="0"/>
              <a:t>Collaboration</a:t>
            </a:r>
            <a:endParaRPr lang="hu-HU" dirty="0" smtClean="0"/>
          </a:p>
          <a:p>
            <a:pPr lvl="1"/>
            <a:r>
              <a:rPr lang="hu-HU" dirty="0" err="1" smtClean="0"/>
              <a:t>Stocks</a:t>
            </a:r>
            <a:endParaRPr lang="hu-HU" dirty="0" smtClean="0"/>
          </a:p>
          <a:p>
            <a:pPr lvl="1"/>
            <a:r>
              <a:rPr lang="hu-HU" dirty="0" err="1" smtClean="0"/>
              <a:t>Statistical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endParaRPr lang="hu-HU" dirty="0" smtClean="0"/>
          </a:p>
          <a:p>
            <a:pPr lvl="1"/>
            <a:r>
              <a:rPr lang="hu-HU" dirty="0" smtClean="0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431972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Teamwork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103312" y="1654630"/>
            <a:ext cx="8946541" cy="4593770"/>
          </a:xfrm>
        </p:spPr>
        <p:txBody>
          <a:bodyPr>
            <a:normAutofit lnSpcReduction="10000"/>
          </a:bodyPr>
          <a:lstStyle/>
          <a:p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(hogyan osztottátok fel. Pl. programnyelv/funkciók/tudás szerint)</a:t>
            </a:r>
          </a:p>
          <a:p>
            <a:r>
              <a:rPr lang="hu-HU" dirty="0" smtClean="0"/>
              <a:t>Tag1: 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(tagonként részletezzük a szerepeket)</a:t>
            </a:r>
          </a:p>
          <a:p>
            <a:pPr lvl="1"/>
            <a:r>
              <a:rPr lang="hu-HU" dirty="0" smtClean="0"/>
              <a:t>Frontend design</a:t>
            </a:r>
          </a:p>
          <a:p>
            <a:pPr lvl="1"/>
            <a:r>
              <a:rPr lang="hu-HU" dirty="0" err="1" smtClean="0"/>
              <a:t>Database</a:t>
            </a:r>
            <a:r>
              <a:rPr lang="hu-HU" dirty="0" smtClean="0"/>
              <a:t> design</a:t>
            </a:r>
          </a:p>
          <a:p>
            <a:pPr lvl="1"/>
            <a:r>
              <a:rPr lang="hu-HU" dirty="0" err="1" smtClean="0"/>
              <a:t>Documentation</a:t>
            </a:r>
            <a:endParaRPr lang="hu-HU" dirty="0" smtClean="0"/>
          </a:p>
          <a:p>
            <a:r>
              <a:rPr lang="hu-HU" dirty="0" smtClean="0"/>
              <a:t>Tag2:</a:t>
            </a:r>
          </a:p>
          <a:p>
            <a:pPr lvl="1"/>
            <a:r>
              <a:rPr lang="hu-HU" dirty="0" smtClean="0"/>
              <a:t>Frontend design</a:t>
            </a:r>
          </a:p>
          <a:p>
            <a:pPr lvl="1"/>
            <a:r>
              <a:rPr lang="hu-HU" dirty="0" err="1" smtClean="0"/>
              <a:t>Database</a:t>
            </a:r>
            <a:r>
              <a:rPr lang="hu-HU" dirty="0" smtClean="0"/>
              <a:t> </a:t>
            </a:r>
            <a:r>
              <a:rPr lang="hu-HU" dirty="0" err="1" smtClean="0"/>
              <a:t>coding</a:t>
            </a:r>
            <a:r>
              <a:rPr lang="hu-HU" dirty="0" smtClean="0">
                <a:solidFill>
                  <a:schemeClr val="accent3">
                    <a:lumMod val="75000"/>
                  </a:schemeClr>
                </a:solidFill>
              </a:rPr>
              <a:t> (pl. ez a szerep több ember között oszlott meg)</a:t>
            </a:r>
          </a:p>
          <a:p>
            <a:r>
              <a:rPr lang="hu-HU" dirty="0" smtClean="0"/>
              <a:t>Tag3:</a:t>
            </a:r>
          </a:p>
          <a:p>
            <a:pPr lvl="1"/>
            <a:r>
              <a:rPr lang="hu-HU" dirty="0" smtClean="0"/>
              <a:t>Backend</a:t>
            </a:r>
          </a:p>
          <a:p>
            <a:pPr lvl="1"/>
            <a:r>
              <a:rPr lang="hu-HU" dirty="0" smtClean="0"/>
              <a:t>Testing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33175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131</TotalTime>
  <Words>141</Words>
  <Application>Microsoft Office PowerPoint</Application>
  <PresentationFormat>Szélesvásznú</PresentationFormat>
  <Paragraphs>27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Ion</vt:lpstr>
      <vt:lpstr>Our Project Management System</vt:lpstr>
      <vt:lpstr>General overview</vt:lpstr>
      <vt:lpstr>Functionality</vt:lpstr>
      <vt:lpstr>Teamwork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Prezentáció séma</dc:title>
  <dc:creator>Kiss Ádám</dc:creator>
  <cp:lastModifiedBy>Kiss Ádám</cp:lastModifiedBy>
  <cp:revision>98</cp:revision>
  <dcterms:created xsi:type="dcterms:W3CDTF">2024-01-08T11:13:29Z</dcterms:created>
  <dcterms:modified xsi:type="dcterms:W3CDTF">2025-06-11T08:33:57Z</dcterms:modified>
</cp:coreProperties>
</file>