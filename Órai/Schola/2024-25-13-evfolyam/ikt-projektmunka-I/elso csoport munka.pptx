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  <p:sldMasterId id="2147483657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0000" cy="159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1" lang="hu-HU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7680" y="4148640"/>
            <a:ext cx="8984520" cy="171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Aft>
                <a:spcPts val="1182"/>
              </a:spcAft>
              <a:buNone/>
            </a:pPr>
            <a:endParaRPr b="0" lang="hu-HU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EE0A37-CDA8-4119-8EDE-32DEA59A95E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0000" cy="159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1" lang="hu-HU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607680" y="4148640"/>
            <a:ext cx="8984520" cy="171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hu-H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9D6D54-23EF-485C-8781-172B67840B2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0000" cy="159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1" lang="hu-HU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7680" y="4148640"/>
            <a:ext cx="8984520" cy="171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Aft>
                <a:spcPts val="1182"/>
              </a:spcAft>
              <a:buNone/>
            </a:pPr>
            <a:endParaRPr b="0" lang="hu-HU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0C4A36-F351-4405-B005-1D65C9C02EE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0000" cy="159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1" lang="hu-HU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7680" y="4148640"/>
            <a:ext cx="8984520" cy="171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Aft>
                <a:spcPts val="1182"/>
              </a:spcAft>
              <a:buNone/>
            </a:pPr>
            <a:endParaRPr b="0" lang="hu-HU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C05826A-07A0-48C3-9AB7-849DA69A0D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0000" cy="159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1" lang="hu-HU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607680" y="4148640"/>
            <a:ext cx="8984520" cy="171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Aft>
                <a:spcPts val="1182"/>
              </a:spcAft>
              <a:buNone/>
            </a:pPr>
            <a:endParaRPr b="0" lang="hu-HU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AC79A9D-D92D-46E1-A4A4-0991C4ABA16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 2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0000" cy="159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1" lang="hu-HU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607680" y="4148640"/>
            <a:ext cx="8984520" cy="171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Aft>
                <a:spcPts val="1182"/>
              </a:spcAft>
              <a:buNone/>
            </a:pPr>
            <a:endParaRPr b="0" lang="hu-HU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8A10B9F-CDAA-43C7-82EA-D061B1F15DC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0"/>
            <a:ext cx="10080360" cy="4251960"/>
          </a:xfrm>
          <a:custGeom>
            <a:avLst/>
            <a:gdLst/>
            <a:ahLst/>
            <a:rect l="0" t="0" r="r" b="b"/>
            <a:pathLst>
              <a:path w="28001" h="11811">
                <a:moveTo>
                  <a:pt x="0" y="11811"/>
                </a:moveTo>
                <a:lnTo>
                  <a:pt x="0" y="0"/>
                </a:lnTo>
                <a:lnTo>
                  <a:pt x="28001" y="0"/>
                </a:lnTo>
                <a:lnTo>
                  <a:pt x="28001" y="7811"/>
                </a:lnTo>
                <a:lnTo>
                  <a:pt x="0" y="11811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txBody>
          <a:bodyPr lIns="90000" rIns="90000" tIns="45000" bIns="45000" anchor="ctr">
            <a:noAutofit/>
          </a:bodyPr>
          <a:p>
            <a:pPr algn="ctr"/>
            <a:endParaRPr b="0" lang="hu-H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 rot="21111000">
            <a:off x="488160" y="2604600"/>
            <a:ext cx="900000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hu-HU" sz="5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Címszöveg formátumának szerkesztése</a:t>
            </a:r>
            <a:endParaRPr b="1" lang="hu-HU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 rot="21111000">
            <a:off x="683640" y="3502800"/>
            <a:ext cx="8984520" cy="171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algn="ctr">
              <a:spcAft>
                <a:spcPts val="118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27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Vázlatszöveg formátumának szerkesztése</a:t>
            </a:r>
            <a:endParaRPr b="0" lang="hu-HU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432000" indent="-216000">
              <a:spcAft>
                <a:spcPts val="85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21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Második vázlatszint</a:t>
            </a:r>
            <a:endParaRPr b="0" lang="hu-HU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648000" indent="-216000">
              <a:spcAft>
                <a:spcPts val="638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Harmadik vázlatszint</a:t>
            </a:r>
            <a:endParaRPr b="0" lang="hu-H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864000" indent="-216000"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Negyedik vázlatszint</a:t>
            </a:r>
            <a:endParaRPr b="0" lang="hu-H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1080000" indent="-216000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Ötödik vázlatszint</a:t>
            </a:r>
            <a:endParaRPr b="0" lang="hu-H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129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Hatodik vázlatszint</a:t>
            </a:r>
            <a:endParaRPr b="0" lang="hu-H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1512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Hetedik vázlatszint</a:t>
            </a:r>
            <a:endParaRPr b="0" lang="hu-H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7019640" y="4913640"/>
            <a:ext cx="288000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hu-H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b="0" lang="hu-H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&lt;dátum/idő&gt;</a:t>
            </a:r>
            <a:endParaRPr b="0" lang="hu-H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5579640" y="5129640"/>
            <a:ext cx="432000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hu-H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b="0" lang="hu-H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&lt;élőláb&gt;</a:t>
            </a:r>
            <a:endParaRPr b="0" lang="hu-H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7379640" y="4589640"/>
            <a:ext cx="252000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hu-HU" sz="26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A5FBCFF4-CF5F-4A5F-89D3-3CBB8EF027CD}" type="slidenum">
              <a:rPr b="0" lang="hu-HU" sz="2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&lt;szám&gt;</a:t>
            </a:fld>
            <a:endParaRPr b="0" lang="hu-HU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>
            <a:off x="1098000" y="4392000"/>
            <a:ext cx="8982360" cy="1278360"/>
          </a:xfrm>
          <a:custGeom>
            <a:avLst/>
            <a:gdLst/>
            <a:ahLst/>
            <a:rect l="0" t="0" r="r" b="b"/>
            <a:pathLst>
              <a:path w="24951" h="3551">
                <a:moveTo>
                  <a:pt x="0" y="3551"/>
                </a:moveTo>
                <a:lnTo>
                  <a:pt x="24950" y="3550"/>
                </a:lnTo>
                <a:lnTo>
                  <a:pt x="24951" y="0"/>
                </a:lnTo>
                <a:lnTo>
                  <a:pt x="0" y="3551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txBody>
          <a:bodyPr lIns="90000" rIns="90000" tIns="45000" bIns="45000" anchor="ctr">
            <a:noAutofit/>
          </a:bodyPr>
          <a:p>
            <a:pPr algn="ctr"/>
            <a:endParaRPr b="0" lang="hu-H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10080360" cy="1509120"/>
          </a:xfrm>
          <a:custGeom>
            <a:avLst/>
            <a:gdLst/>
            <a:ahLst/>
            <a:rect l="0" t="0" r="r" b="b"/>
            <a:pathLst>
              <a:path w="28001" h="4192">
                <a:moveTo>
                  <a:pt x="0" y="4192"/>
                </a:moveTo>
                <a:lnTo>
                  <a:pt x="0" y="0"/>
                </a:lnTo>
                <a:lnTo>
                  <a:pt x="28001" y="0"/>
                </a:lnTo>
                <a:lnTo>
                  <a:pt x="28001" y="191"/>
                </a:lnTo>
                <a:lnTo>
                  <a:pt x="0" y="4192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txBody>
          <a:bodyPr lIns="90000" rIns="90000" tIns="45000" bIns="45000" anchor="ctr">
            <a:noAutofit/>
          </a:bodyPr>
          <a:p>
            <a:pPr algn="ctr"/>
            <a:endParaRPr b="0" lang="hu-H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 rot="21111000">
            <a:off x="90000" y="-158760"/>
            <a:ext cx="900000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hu-HU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Címszöveg formátumának szerkesztése</a:t>
            </a:r>
            <a:endParaRPr b="1" lang="hu-HU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04000" y="151524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algn="just">
              <a:spcAft>
                <a:spcPts val="856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Vázlatszöveg formátumának szerkesztése</a:t>
            </a:r>
            <a:endParaRPr b="0" lang="hu-H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432000" indent="-216000">
              <a:spcAft>
                <a:spcPts val="85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Második vázlatszint</a:t>
            </a:r>
            <a:endParaRPr b="0" lang="hu-H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648000" indent="-216000">
              <a:spcAft>
                <a:spcPts val="638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Harmadik vázlatszint</a:t>
            </a:r>
            <a:endParaRPr b="0" lang="hu-H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864000" indent="-216000"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Negyedik vázlatszint</a:t>
            </a:r>
            <a:endParaRPr b="0" lang="hu-H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1080000" indent="-216000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Ötödik vázlatszint</a:t>
            </a:r>
            <a:endParaRPr b="0" lang="hu-H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129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Hatodik vázlatszint</a:t>
            </a:r>
            <a:endParaRPr b="0" lang="hu-H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1512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Hetedik vázlatszint</a:t>
            </a:r>
            <a:endParaRPr b="0" lang="hu-H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4"/>
          </p:nvPr>
        </p:nvSpPr>
        <p:spPr>
          <a:xfrm>
            <a:off x="7019640" y="4913640"/>
            <a:ext cx="288000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hu-H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b="0" lang="hu-H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&lt;dátum/idő&gt;</a:t>
            </a:r>
            <a:endParaRPr b="0" lang="hu-H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5"/>
          </p:nvPr>
        </p:nvSpPr>
        <p:spPr>
          <a:xfrm>
            <a:off x="5579640" y="5129640"/>
            <a:ext cx="432000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hu-H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b="0" lang="hu-H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&lt;élőláb&gt;</a:t>
            </a:r>
            <a:endParaRPr b="0" lang="hu-H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6"/>
          </p:nvPr>
        </p:nvSpPr>
        <p:spPr>
          <a:xfrm>
            <a:off x="7379640" y="4589640"/>
            <a:ext cx="252000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hu-HU" sz="26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3DFBE90F-BF64-470E-8BF2-DE75C77727E0}" type="slidenum">
              <a:rPr b="0" lang="hu-HU" sz="2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&lt;szám&gt;</a:t>
            </a:fld>
            <a:endParaRPr b="0" lang="hu-HU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>
            <a:off x="1098000" y="4392000"/>
            <a:ext cx="8982360" cy="1278360"/>
          </a:xfrm>
          <a:custGeom>
            <a:avLst/>
            <a:gdLst/>
            <a:ahLst/>
            <a:rect l="0" t="0" r="r" b="b"/>
            <a:pathLst>
              <a:path w="24951" h="3551">
                <a:moveTo>
                  <a:pt x="0" y="3551"/>
                </a:moveTo>
                <a:lnTo>
                  <a:pt x="24950" y="3550"/>
                </a:lnTo>
                <a:lnTo>
                  <a:pt x="24951" y="0"/>
                </a:lnTo>
                <a:lnTo>
                  <a:pt x="0" y="3551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txBody>
          <a:bodyPr lIns="90000" rIns="90000" tIns="45000" bIns="45000" anchor="ctr">
            <a:noAutofit/>
          </a:bodyPr>
          <a:p>
            <a:pPr algn="ctr"/>
            <a:endParaRPr b="0" lang="hu-H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0" y="414000"/>
            <a:ext cx="10080360" cy="5256360"/>
          </a:xfrm>
          <a:custGeom>
            <a:avLst/>
            <a:gdLst/>
            <a:ahLst/>
            <a:rect l="0" t="0" r="r" b="b"/>
            <a:pathLst>
              <a:path w="28001" h="14601">
                <a:moveTo>
                  <a:pt x="0" y="14601"/>
                </a:moveTo>
                <a:lnTo>
                  <a:pt x="508" y="14601"/>
                </a:lnTo>
                <a:lnTo>
                  <a:pt x="28001" y="10664"/>
                </a:lnTo>
                <a:lnTo>
                  <a:pt x="28001" y="0"/>
                </a:lnTo>
                <a:lnTo>
                  <a:pt x="0" y="3999"/>
                </a:lnTo>
                <a:lnTo>
                  <a:pt x="0" y="14601"/>
                </a:lnTo>
                <a:close/>
              </a:path>
            </a:pathLst>
          </a:custGeom>
          <a:solidFill>
            <a:srgbClr val="b2b2b2"/>
          </a:solidFill>
          <a:ln w="10800">
            <a:solidFill>
              <a:srgbClr val="999999"/>
            </a:solidFill>
            <a:round/>
          </a:ln>
        </p:spPr>
        <p:txBody>
          <a:bodyPr lIns="90000" rIns="90000" tIns="45000" bIns="45000" anchor="ctr">
            <a:noAutofit/>
          </a:bodyPr>
          <a:p>
            <a:pPr algn="ctr"/>
            <a:endParaRPr b="0" lang="hu-H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0" y="0"/>
            <a:ext cx="10080360" cy="1714680"/>
          </a:xfrm>
          <a:custGeom>
            <a:avLst/>
            <a:gdLst/>
            <a:ahLst/>
            <a:rect l="0" t="0" r="r" b="b"/>
            <a:pathLst>
              <a:path w="28001" h="4763">
                <a:moveTo>
                  <a:pt x="1" y="4763"/>
                </a:moveTo>
                <a:lnTo>
                  <a:pt x="0" y="0"/>
                </a:lnTo>
                <a:lnTo>
                  <a:pt x="28000" y="0"/>
                </a:lnTo>
                <a:lnTo>
                  <a:pt x="28001" y="762"/>
                </a:lnTo>
                <a:lnTo>
                  <a:pt x="1" y="4763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txBody>
          <a:bodyPr lIns="90000" rIns="90000" tIns="45000" bIns="45000" anchor="ctr">
            <a:noAutofit/>
          </a:bodyPr>
          <a:p>
            <a:pPr algn="ctr"/>
            <a:endParaRPr b="0" lang="hu-H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 rot="21111000">
            <a:off x="92160" y="67320"/>
            <a:ext cx="900000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hu-HU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Címszöveg formátumának szerkesztése</a:t>
            </a:r>
            <a:endParaRPr b="1" lang="hu-HU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3640" y="1785240"/>
            <a:ext cx="887004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algn="just">
              <a:spcAft>
                <a:spcPts val="859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Vázlatszöveg formátumának szerkesztése</a:t>
            </a:r>
            <a:endParaRPr b="0" lang="hu-H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432000" indent="-216000">
              <a:spcAft>
                <a:spcPts val="85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Második vázlatszint</a:t>
            </a:r>
            <a:endParaRPr b="0" lang="hu-H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648000" indent="-216000">
              <a:spcAft>
                <a:spcPts val="638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Harmadik vázlatszint</a:t>
            </a:r>
            <a:endParaRPr b="0" lang="hu-H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864000" indent="-216000"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Negyedik vázlatszint</a:t>
            </a:r>
            <a:endParaRPr b="0" lang="hu-H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1080000" indent="-216000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Ötödik vázlatszint</a:t>
            </a:r>
            <a:endParaRPr b="0" lang="hu-H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129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Hatodik vázlatszint</a:t>
            </a:r>
            <a:endParaRPr b="0" lang="hu-H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1512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Hetedik vázlatszint</a:t>
            </a:r>
            <a:endParaRPr b="0" lang="hu-H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7"/>
          </p:nvPr>
        </p:nvSpPr>
        <p:spPr>
          <a:xfrm>
            <a:off x="7019640" y="4913640"/>
            <a:ext cx="288000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hu-H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b="0" lang="hu-H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&lt;dátum/idő&gt;</a:t>
            </a:r>
            <a:endParaRPr b="0" lang="hu-H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8"/>
          </p:nvPr>
        </p:nvSpPr>
        <p:spPr>
          <a:xfrm>
            <a:off x="5579640" y="5129640"/>
            <a:ext cx="432000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hu-H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b="0" lang="hu-H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&lt;élőláb&gt;</a:t>
            </a:r>
            <a:endParaRPr b="0" lang="hu-H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9"/>
          </p:nvPr>
        </p:nvSpPr>
        <p:spPr>
          <a:xfrm>
            <a:off x="7379640" y="4589640"/>
            <a:ext cx="252000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hu-HU" sz="26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6B3B8BD1-0D95-4EF0-9009-C1B510D39CE5}" type="slidenum">
              <a:rPr b="0" lang="hu-HU" sz="2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&lt;szám&gt;</a:t>
            </a:fld>
            <a:endParaRPr b="0" lang="hu-HU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/>
          <p:nvPr/>
        </p:nvSpPr>
        <p:spPr>
          <a:xfrm>
            <a:off x="0" y="0"/>
            <a:ext cx="10080360" cy="2468880"/>
          </a:xfrm>
          <a:custGeom>
            <a:avLst/>
            <a:gdLst/>
            <a:ahLst/>
            <a:rect l="0" t="0" r="r" b="b"/>
            <a:pathLst>
              <a:path w="28001" h="6858">
                <a:moveTo>
                  <a:pt x="0" y="6858"/>
                </a:moveTo>
                <a:lnTo>
                  <a:pt x="0" y="0"/>
                </a:lnTo>
                <a:lnTo>
                  <a:pt x="28001" y="0"/>
                </a:lnTo>
                <a:lnTo>
                  <a:pt x="28001" y="2841"/>
                </a:lnTo>
                <a:lnTo>
                  <a:pt x="0" y="6858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txBody>
          <a:bodyPr lIns="90000" rIns="90000" tIns="45000" bIns="45000" anchor="ctr">
            <a:noAutofit/>
          </a:bodyPr>
          <a:p>
            <a:pPr algn="ctr"/>
            <a:endParaRPr b="0" lang="hu-H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 rot="21111000">
            <a:off x="91080" y="741240"/>
            <a:ext cx="900000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hu-HU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Címszöveg formátumának szerkesztése</a:t>
            </a:r>
            <a:endParaRPr b="1" lang="hu-HU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dt" idx="10"/>
          </p:nvPr>
        </p:nvSpPr>
        <p:spPr>
          <a:xfrm>
            <a:off x="7019640" y="4913640"/>
            <a:ext cx="288000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hu-H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b="0" lang="hu-H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&lt;dátum/idő&gt;</a:t>
            </a:r>
            <a:endParaRPr b="0" lang="hu-H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ftr" idx="11"/>
          </p:nvPr>
        </p:nvSpPr>
        <p:spPr>
          <a:xfrm>
            <a:off x="5579640" y="5129640"/>
            <a:ext cx="432000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hu-H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b="0" lang="hu-H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&lt;élőláb&gt;</a:t>
            </a:r>
            <a:endParaRPr b="0" lang="hu-H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sldNum" idx="12"/>
          </p:nvPr>
        </p:nvSpPr>
        <p:spPr>
          <a:xfrm>
            <a:off x="7379640" y="4589640"/>
            <a:ext cx="252000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hu-HU" sz="26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6A4CF79E-0A19-4E8F-AA72-9BFE0435B8C0}" type="slidenum">
              <a:rPr b="0" lang="hu-HU" sz="2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&lt;szám&gt;</a:t>
            </a:fld>
            <a:endParaRPr b="0" lang="hu-HU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 rot="20952000">
            <a:off x="224280" y="1917000"/>
            <a:ext cx="9402120" cy="2594160"/>
          </a:xfrm>
          <a:prstGeom prst="roundRect">
            <a:avLst>
              <a:gd name="adj" fmla="val 6298"/>
            </a:avLst>
          </a:prstGeom>
          <a:solidFill>
            <a:srgbClr val="b2b2b2"/>
          </a:solidFill>
          <a:ln w="1080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endParaRPr b="0" lang="hu-H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273960" y="2759400"/>
            <a:ext cx="640080" cy="1225800"/>
          </a:xfrm>
          <a:prstGeom prst="rect">
            <a:avLst/>
          </a:prstGeom>
          <a:noFill/>
          <a:ln w="1080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hu-HU" sz="8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“</a:t>
            </a:r>
            <a:endParaRPr b="0" lang="hu-HU" sz="8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9215640" y="3517560"/>
            <a:ext cx="640080" cy="1225800"/>
          </a:xfrm>
          <a:prstGeom prst="rect">
            <a:avLst/>
          </a:prstGeom>
          <a:noFill/>
          <a:ln w="1080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hu-HU" sz="8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”</a:t>
            </a:r>
            <a:endParaRPr b="0" lang="hu-HU" sz="8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 rot="20952000">
            <a:off x="713880" y="1963800"/>
            <a:ext cx="8654400" cy="248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algn="just">
              <a:spcAft>
                <a:spcPts val="105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Vázlatszöveg formátumának szerkesztése</a:t>
            </a:r>
            <a:endParaRPr b="0" lang="hu-H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432000" indent="-216000">
              <a:spcAft>
                <a:spcPts val="85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21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Második vázlatszint</a:t>
            </a:r>
            <a:endParaRPr b="0" lang="hu-HU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648000" indent="-216000">
              <a:spcAft>
                <a:spcPts val="638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Harmadik vázlatszint</a:t>
            </a:r>
            <a:endParaRPr b="0" lang="hu-H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864000" indent="-216000"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Negyedik vázlatszint</a:t>
            </a:r>
            <a:endParaRPr b="0" lang="hu-H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1080000" indent="-216000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Ötödik vázlatszint</a:t>
            </a:r>
            <a:endParaRPr b="0" lang="hu-H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129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Hatodik vázlatszint</a:t>
            </a:r>
            <a:endParaRPr b="0" lang="hu-H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1512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Hetedik vázlatszint</a:t>
            </a:r>
            <a:endParaRPr b="0" lang="hu-H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"/>
          <p:cNvSpPr/>
          <p:nvPr/>
        </p:nvSpPr>
        <p:spPr>
          <a:xfrm>
            <a:off x="0" y="0"/>
            <a:ext cx="10080360" cy="2468880"/>
          </a:xfrm>
          <a:custGeom>
            <a:avLst/>
            <a:gdLst/>
            <a:ahLst/>
            <a:rect l="0" t="0" r="r" b="b"/>
            <a:pathLst>
              <a:path w="28001" h="6858">
                <a:moveTo>
                  <a:pt x="0" y="6858"/>
                </a:moveTo>
                <a:lnTo>
                  <a:pt x="0" y="0"/>
                </a:lnTo>
                <a:lnTo>
                  <a:pt x="28001" y="0"/>
                </a:lnTo>
                <a:lnTo>
                  <a:pt x="28001" y="2841"/>
                </a:lnTo>
                <a:lnTo>
                  <a:pt x="0" y="6858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txBody>
          <a:bodyPr lIns="90000" rIns="90000" tIns="45000" bIns="45000" anchor="ctr">
            <a:noAutofit/>
          </a:bodyPr>
          <a:p>
            <a:pPr algn="ctr"/>
            <a:endParaRPr b="0" lang="hu-H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 rot="21111000">
            <a:off x="91080" y="741240"/>
            <a:ext cx="900000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hu-HU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Címszöveg formátumának szerkesztése</a:t>
            </a:r>
            <a:endParaRPr b="1" lang="hu-HU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13"/>
          </p:nvPr>
        </p:nvSpPr>
        <p:spPr>
          <a:xfrm>
            <a:off x="7019640" y="4913640"/>
            <a:ext cx="288000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hu-H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b="0" lang="hu-H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&lt;dátum/idő&gt;</a:t>
            </a:r>
            <a:endParaRPr b="0" lang="hu-H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14"/>
          </p:nvPr>
        </p:nvSpPr>
        <p:spPr>
          <a:xfrm>
            <a:off x="5579640" y="5129640"/>
            <a:ext cx="432000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hu-H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b="0" lang="hu-H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&lt;élőláb&gt;</a:t>
            </a:r>
            <a:endParaRPr b="0" lang="hu-H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15"/>
          </p:nvPr>
        </p:nvSpPr>
        <p:spPr>
          <a:xfrm>
            <a:off x="7379640" y="4589640"/>
            <a:ext cx="252000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hu-HU" sz="26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6C856AC2-6D5A-4ECA-A813-6ED74D81D7C7}" type="slidenum">
              <a:rPr b="0" lang="hu-HU" sz="2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&lt;szám&gt;</a:t>
            </a:fld>
            <a:endParaRPr b="0" lang="hu-HU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 rot="20952000">
            <a:off x="224280" y="1917000"/>
            <a:ext cx="9402120" cy="2594160"/>
          </a:xfrm>
          <a:prstGeom prst="roundRect">
            <a:avLst>
              <a:gd name="adj" fmla="val 6298"/>
            </a:avLst>
          </a:prstGeom>
          <a:solidFill>
            <a:srgbClr val="b2b2b2"/>
          </a:solidFill>
          <a:ln w="1080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endParaRPr b="0" lang="hu-H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273960" y="2759400"/>
            <a:ext cx="640080" cy="1225800"/>
          </a:xfrm>
          <a:prstGeom prst="rect">
            <a:avLst/>
          </a:prstGeom>
          <a:noFill/>
          <a:ln w="1080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hu-HU" sz="8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“</a:t>
            </a:r>
            <a:endParaRPr b="0" lang="hu-HU" sz="8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9215640" y="3517560"/>
            <a:ext cx="640080" cy="1225800"/>
          </a:xfrm>
          <a:prstGeom prst="rect">
            <a:avLst/>
          </a:prstGeom>
          <a:noFill/>
          <a:ln w="1080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hu-HU" sz="8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”</a:t>
            </a:r>
            <a:endParaRPr b="0" lang="hu-HU" sz="8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 rot="20952000">
            <a:off x="713880" y="1963800"/>
            <a:ext cx="8654400" cy="248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algn="just">
              <a:spcAft>
                <a:spcPts val="105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Vázlatszöveg formátumának szerkesztése</a:t>
            </a:r>
            <a:endParaRPr b="0" lang="hu-H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Aft>
                <a:spcPts val="850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u-HU" sz="21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Második vázlatszint</a:t>
            </a:r>
            <a:endParaRPr b="0" lang="hu-HU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Aft>
                <a:spcPts val="638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Harmadik vázlatszint</a:t>
            </a:r>
            <a:endParaRPr b="0" lang="hu-H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Aft>
                <a:spcPts val="425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hu-HU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Negyedik vázlatszint</a:t>
            </a:r>
            <a:endParaRPr b="0" lang="hu-H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Ötödik vázlatszint</a:t>
            </a:r>
            <a:endParaRPr b="0" lang="hu-H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Hatodik vázlatszint</a:t>
            </a:r>
            <a:endParaRPr b="0" lang="hu-H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Hetedik vázlatszint</a:t>
            </a:r>
            <a:endParaRPr b="0" lang="hu-H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 rot="21111000">
            <a:off x="488520" y="2286000"/>
            <a:ext cx="9000000" cy="159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1" lang="hu-HU" sz="5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Csontos Kincső – IKT ProjektMunka</a:t>
            </a:r>
            <a:endParaRPr b="1" lang="hu-HU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 rot="21111000">
            <a:off x="605880" y="3508560"/>
            <a:ext cx="8984520" cy="61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/>
            <a:fld id="{ADE8F826-C2DC-421C-89CB-CBBBD762CB60}" type="author">
              <a:rPr b="0" lang="hu-HU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fld>
            <a:endParaRPr b="0" lang="hu-H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 rot="21111000">
            <a:off x="90000" y="-158760"/>
            <a:ext cx="900000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1" lang="hu-HU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CodeMaster Academy</a:t>
            </a:r>
            <a:endParaRPr b="1" lang="hu-HU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504000" y="151524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 algn="just">
              <a:spcAft>
                <a:spcPts val="856"/>
              </a:spcAft>
              <a:buNone/>
            </a:pPr>
            <a:r>
              <a:rPr b="1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Mivel foglalkozik a cég?</a:t>
            </a:r>
            <a:endParaRPr b="0" lang="hu-H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 algn="just">
              <a:spcAft>
                <a:spcPts val="856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Online Kódólási Kurzosok</a:t>
            </a:r>
            <a:endParaRPr b="0" lang="hu-H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 algn="just">
              <a:spcAft>
                <a:spcPts val="856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Mentorálás</a:t>
            </a:r>
            <a:endParaRPr b="0" lang="hu-H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 algn="just">
              <a:spcAft>
                <a:spcPts val="856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Projektek és vizsgák</a:t>
            </a:r>
            <a:endParaRPr b="0" lang="hu-H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 algn="just">
              <a:spcAft>
                <a:spcPts val="856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Tanúsítványok kiadása</a:t>
            </a:r>
            <a:endParaRPr b="0" lang="hu-H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ECD862-B75E-4664-87EC-1BE0D635DA35}" type="slidenum">
              <a:t>2</a:t>
            </a:fld>
          </a:p>
        </p:txBody>
      </p:sp>
    </p:spTree>
  </p:cSld>
  <mc:AlternateContent>
    <mc:Choice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 rot="21111000">
            <a:off x="92160" y="67320"/>
            <a:ext cx="900000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1" lang="hu-HU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Adatbázis Modell</a:t>
            </a:r>
            <a:endParaRPr b="1" lang="hu-HU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3640" y="1785240"/>
            <a:ext cx="887004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algn="just">
              <a:spcAft>
                <a:spcPts val="859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Főbb Táblák:</a:t>
            </a:r>
            <a:endParaRPr b="0" lang="hu-H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648000" indent="-216000">
              <a:spcAft>
                <a:spcPts val="638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Diákok</a:t>
            </a:r>
            <a:endParaRPr b="0" lang="hu-H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864000" indent="-216000"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student_id</a:t>
            </a:r>
            <a:endParaRPr b="0" lang="hu-H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864000" indent="-216000"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Name</a:t>
            </a:r>
            <a:endParaRPr b="0" lang="hu-H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864000" indent="-216000"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Email</a:t>
            </a:r>
            <a:endParaRPr b="0" lang="hu-H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864000" indent="-216000"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registration_date</a:t>
            </a:r>
            <a:endParaRPr b="0" lang="hu-H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648000" indent="-216000">
              <a:spcAft>
                <a:spcPts val="638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Kurzosok</a:t>
            </a:r>
            <a:endParaRPr b="0" lang="hu-H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864000" indent="-216000"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course_id</a:t>
            </a:r>
            <a:endParaRPr b="0" lang="hu-H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864000" indent="-216000"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instructor_id</a:t>
            </a:r>
            <a:endParaRPr b="0" lang="hu-H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864000" indent="-216000"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start_date</a:t>
            </a:r>
            <a:endParaRPr b="0" lang="hu-H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864000" indent="-216000"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price</a:t>
            </a:r>
            <a:endParaRPr b="0" lang="hu-H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FBFFD55-C19A-4563-9C34-57AB1A20321C}" type="slidenum">
              <a:t>3</a:t>
            </a:fld>
          </a:p>
        </p:txBody>
      </p:sp>
    </p:spTree>
  </p:cSld>
  <mc:AlternateContent>
    <mc:Choice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 rot="21111000">
            <a:off x="90000" y="-158760"/>
            <a:ext cx="900000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1" lang="hu-HU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Adatbázis Modell</a:t>
            </a:r>
            <a:endParaRPr b="1" lang="hu-HU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504000" y="151524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algn="just">
              <a:spcAft>
                <a:spcPts val="859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Főbb Táblák:</a:t>
            </a:r>
            <a:endParaRPr b="0" lang="hu-H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648000" indent="-216000" algn="just">
              <a:spcAft>
                <a:spcPts val="638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Oktatók</a:t>
            </a:r>
            <a:endParaRPr b="0" lang="hu-H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864000" indent="-216000" algn="just"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instructor_id</a:t>
            </a:r>
            <a:endParaRPr b="0" lang="hu-H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864000" indent="-216000" algn="just"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name</a:t>
            </a:r>
            <a:endParaRPr b="0" lang="hu-H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864000" indent="-216000" algn="just"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email</a:t>
            </a:r>
            <a:endParaRPr b="0" lang="hu-H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864000" indent="-216000" algn="just"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specialty</a:t>
            </a:r>
            <a:endParaRPr b="0" lang="hu-H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648000" indent="-216000" algn="just">
              <a:spcAft>
                <a:spcPts val="638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Kurzosok</a:t>
            </a:r>
            <a:endParaRPr b="0" lang="hu-H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864000" indent="-216000" algn="just"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registration_id</a:t>
            </a:r>
            <a:endParaRPr b="0" lang="hu-H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864000" indent="-216000" algn="just"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student_id</a:t>
            </a:r>
            <a:endParaRPr b="0" lang="hu-H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864000" indent="-216000" algn="just"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course_id</a:t>
            </a:r>
            <a:endParaRPr b="0" lang="hu-H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864000" indent="-216000" algn="just"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hu-HU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enrollment_date</a:t>
            </a:r>
            <a:endParaRPr b="0" lang="hu-H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BC195D-ECE3-402A-A3F4-AF85B4A88753}" type="slidenum">
              <a:t>4</a:t>
            </a:fld>
          </a:p>
        </p:txBody>
      </p:sp>
    </p:spTree>
  </p:cSld>
  <mc:AlternateContent>
    <mc:Choice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 rot="21111000">
            <a:off x="92160" y="67320"/>
            <a:ext cx="900000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1" lang="hu-HU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1.Legnépszerűbb kurzusok listája</a:t>
            </a:r>
            <a:endParaRPr b="1" lang="hu-HU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0" name="" descr=""/>
          <p:cNvPicPr/>
          <p:nvPr/>
        </p:nvPicPr>
        <p:blipFill>
          <a:blip r:embed="rId1"/>
          <a:stretch/>
        </p:blipFill>
        <p:spPr>
          <a:xfrm>
            <a:off x="2338560" y="1440000"/>
            <a:ext cx="5221440" cy="328860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933FE9D-0909-4844-89F0-81DC191A89A0}" type="slidenum">
              <a:t>5</a:t>
            </a:fld>
          </a:p>
        </p:txBody>
      </p:sp>
    </p:spTree>
  </p:cSld>
  <mc:AlternateContent>
    <mc:Choice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 rot="21111000">
            <a:off x="30240" y="222480"/>
            <a:ext cx="8307720" cy="153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1" lang="hu-HU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 Diákok, akik 2024 előtt regisztráltak és legalább egy kurzusra beiratkoztak</a:t>
            </a:r>
            <a:endParaRPr b="1" lang="hu-HU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1606680" y="1800000"/>
            <a:ext cx="5773320" cy="328860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01FB2A-B232-49FB-AC10-873A8FA8E86B}" type="slidenum">
              <a:t>6</a:t>
            </a:fld>
          </a:p>
        </p:txBody>
      </p:sp>
    </p:spTree>
  </p:cSld>
  <mc:AlternateContent>
    <mc:Choice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 rot="21111000">
            <a:off x="63360" y="173520"/>
            <a:ext cx="9000000" cy="153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1" lang="hu-HU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 Kurzusok és azok oktatói, </a:t>
            </a:r>
            <a:br>
              <a:rPr sz="3600"/>
            </a:br>
            <a:r>
              <a:rPr b="1" lang="hu-HU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akik legalább 3 kurzust tanítanak</a:t>
            </a:r>
            <a:br>
              <a:rPr sz="3600"/>
            </a:br>
            <a:endParaRPr b="1" lang="hu-HU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4" name="" descr=""/>
          <p:cNvPicPr/>
          <p:nvPr/>
        </p:nvPicPr>
        <p:blipFill>
          <a:blip r:embed="rId1"/>
          <a:stretch/>
        </p:blipFill>
        <p:spPr>
          <a:xfrm>
            <a:off x="2160000" y="1751400"/>
            <a:ext cx="4776120" cy="328860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87A8573-86D2-47CB-8356-882D760F769D}" type="slidenum">
              <a:t>7</a:t>
            </a:fld>
          </a:p>
        </p:txBody>
      </p:sp>
    </p:spTree>
  </p:cSld>
  <mc:AlternateContent>
    <mc:Choice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 rot="21111000">
            <a:off x="90000" y="-158760"/>
            <a:ext cx="900000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hu-H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1. Diák kurzus kiválasztása, </a:t>
            </a:r>
            <a:br>
              <a:rPr sz="2000"/>
            </a:br>
            <a:r>
              <a:rPr b="1" lang="hu-H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teszt kitöltése,  tanúsítvány kiadása</a:t>
            </a:r>
            <a:br>
              <a:rPr sz="2000"/>
            </a:br>
            <a:endParaRPr b="1" lang="hu-H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" name="" descr=""/>
          <p:cNvPicPr/>
          <p:nvPr/>
        </p:nvPicPr>
        <p:blipFill>
          <a:blip r:embed="rId1"/>
          <a:stretch/>
        </p:blipFill>
        <p:spPr>
          <a:xfrm>
            <a:off x="1980000" y="962640"/>
            <a:ext cx="5040000" cy="443736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E7EB9C-BAF3-4E2B-8EA6-4A213D68AAA0}" type="slidenum">
              <a:t>8</a:t>
            </a:fld>
          </a:p>
        </p:txBody>
      </p:sp>
    </p:spTree>
  </p:cSld>
  <mc:AlternateContent>
    <mc:Choice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 rot="21111000">
            <a:off x="67680" y="-287280"/>
            <a:ext cx="9019440" cy="160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1" lang="hu-H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 Oktató kurzus létrehozása, diákok regisztrálása, </a:t>
            </a:r>
            <a:br>
              <a:rPr sz="2000"/>
            </a:br>
            <a:r>
              <a:rPr b="1" lang="hu-H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tesztelés hozzáadása</a:t>
            </a:r>
            <a:endParaRPr b="1" lang="hu-H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8" name="" descr=""/>
          <p:cNvPicPr/>
          <p:nvPr/>
        </p:nvPicPr>
        <p:blipFill>
          <a:blip r:embed="rId1"/>
          <a:stretch/>
        </p:blipFill>
        <p:spPr>
          <a:xfrm>
            <a:off x="2520000" y="1080000"/>
            <a:ext cx="5023080" cy="438264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B65D527-58CB-42B6-80DF-144E74B342B5}" type="slidenum">
              <a:t>9</a:t>
            </a:fld>
          </a:p>
        </p:txBody>
      </p:sp>
    </p:spTree>
  </p:cSld>
  <mc:AlternateContent>
    <mc:Choice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 rot="21111000">
            <a:off x="90000" y="-158760"/>
            <a:ext cx="900000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1" lang="hu-H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 Diákok problémái és </a:t>
            </a:r>
            <a:br>
              <a:rPr sz="2000"/>
            </a:br>
            <a:r>
              <a:rPr b="1" lang="hu-H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az ügyfélszolgálati jegyek kezelése</a:t>
            </a:r>
            <a:br>
              <a:rPr sz="2000"/>
            </a:br>
            <a:endParaRPr b="1" lang="hu-H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0" name="" descr=""/>
          <p:cNvPicPr/>
          <p:nvPr/>
        </p:nvPicPr>
        <p:blipFill>
          <a:blip r:embed="rId1"/>
          <a:stretch/>
        </p:blipFill>
        <p:spPr>
          <a:xfrm>
            <a:off x="1066680" y="1080000"/>
            <a:ext cx="7486560" cy="414000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168A9F-4D28-4469-B8C6-00F5EB7676E5}" type="slidenum">
              <a:t>10</a:t>
            </a:fld>
          </a:p>
        </p:txBody>
      </p:sp>
    </p:spTree>
  </p:cSld>
  <mc:AlternateContent>
    <mc:Choice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 rot="21111000">
            <a:off x="92160" y="67320"/>
            <a:ext cx="900000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1" lang="hu-H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 Kurzus vizsga eredményeinek tárolása és pontszámok kezelése</a:t>
            </a:r>
            <a:endParaRPr b="1" lang="hu-H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2" name="" descr=""/>
          <p:cNvPicPr/>
          <p:nvPr/>
        </p:nvPicPr>
        <p:blipFill>
          <a:blip r:embed="rId1"/>
          <a:stretch/>
        </p:blipFill>
        <p:spPr>
          <a:xfrm>
            <a:off x="890280" y="1260000"/>
            <a:ext cx="7749720" cy="363348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A14B272-F95C-4474-A32C-D4ED1D04CA22}" type="slidenum">
              <a:t>11</a:t>
            </a:fld>
          </a:p>
        </p:txBody>
      </p:sp>
    </p:spTree>
  </p:cSld>
  <mc:AlternateContent>
    <mc:Choice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 rot="21111000">
            <a:off x="488160" y="2604600"/>
            <a:ext cx="900000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1" lang="hu-HU" sz="5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Köszönöm a figyelmet!</a:t>
            </a:r>
            <a:endParaRPr b="1" lang="hu-HU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 rot="21111000">
            <a:off x="605880" y="3508560"/>
            <a:ext cx="8984520" cy="61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/>
            <a:fld id="{9AEDD8F1-158D-40CD-B34F-AA6BC6F3CA18}" type="author">
              <a:rPr b="0" lang="hu-HU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fld>
            <a:endParaRPr b="0" lang="hu-H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LibreOffice/25.2.0.3$Linux_X86_64 LibreOffice_project/e1cf4a87eb02d755bce1a01209907ea5ddc8f069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2025-02-19T10:49:45Z</dcterms:created>
  <dc:creator/>
  <dc:description>This work is licensed under a Creative Commons 0 License.
It makes use of the works of William Gathoye.</dc:description>
  <dc:language>hu-HU</dc:language>
  <cp:lastModifiedBy/>
  <dcterms:modified xsi:type="dcterms:W3CDTF">2025-02-19T12:04:43Z</dcterms:modified>
  <cp:revision>4</cp:revision>
  <dc:subject/>
  <dc:title>Progress</dc:title>
</cp:coreProperties>
</file>