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9" r:id="rId3"/>
    <p:sldId id="260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911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643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407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979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951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149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7500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201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6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1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4317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130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7514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5138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545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46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4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2717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Technologies &amp; </a:t>
            </a:r>
            <a:r>
              <a:rPr lang="hu-HU" dirty="0" err="1" smtClean="0"/>
              <a:t>Tools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4293" y="1600072"/>
            <a:ext cx="8946541" cy="4992317"/>
          </a:xfrm>
        </p:spPr>
        <p:txBody>
          <a:bodyPr>
            <a:normAutofit lnSpcReduction="10000"/>
          </a:bodyPr>
          <a:lstStyle/>
          <a:p>
            <a:r>
              <a:rPr lang="hu-HU" dirty="0" smtClean="0"/>
              <a:t>Software and </a:t>
            </a:r>
            <a:r>
              <a:rPr lang="hu-HU" dirty="0" err="1" smtClean="0"/>
              <a:t>tools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(igénybe vett szoftverek, szolgáltatások)</a:t>
            </a:r>
          </a:p>
          <a:p>
            <a:pPr lvl="1"/>
            <a:r>
              <a:rPr lang="hu-HU" dirty="0" smtClean="0"/>
              <a:t>Visual </a:t>
            </a:r>
            <a:r>
              <a:rPr lang="hu-HU" dirty="0" err="1" smtClean="0"/>
              <a:t>Studio</a:t>
            </a:r>
            <a:endParaRPr lang="hu-HU" dirty="0" smtClean="0"/>
          </a:p>
          <a:p>
            <a:pPr lvl="1"/>
            <a:r>
              <a:rPr lang="hu-HU" dirty="0" err="1" smtClean="0"/>
              <a:t>Notepad</a:t>
            </a:r>
            <a:r>
              <a:rPr lang="hu-HU" dirty="0" smtClean="0"/>
              <a:t>++</a:t>
            </a:r>
          </a:p>
          <a:p>
            <a:pPr lvl="1"/>
            <a:r>
              <a:rPr lang="hu-HU" dirty="0" err="1" smtClean="0"/>
              <a:t>Git</a:t>
            </a:r>
            <a:r>
              <a:rPr lang="hu-HU" dirty="0" smtClean="0"/>
              <a:t> / Google Drive /</a:t>
            </a:r>
            <a:r>
              <a:rPr lang="hu-HU" dirty="0"/>
              <a:t> </a:t>
            </a:r>
            <a:r>
              <a:rPr lang="hu-HU" dirty="0" smtClean="0"/>
              <a:t>Zoom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 (az együttműködés módja, ez akár külön diát is kaphat)</a:t>
            </a:r>
          </a:p>
          <a:p>
            <a:pPr lvl="1"/>
            <a:r>
              <a:rPr lang="hu-HU" dirty="0" err="1" smtClean="0"/>
              <a:t>PhpMyAdmin</a:t>
            </a:r>
            <a:endParaRPr lang="hu-HU" dirty="0"/>
          </a:p>
          <a:p>
            <a:r>
              <a:rPr lang="hu-HU" dirty="0" err="1" smtClean="0"/>
              <a:t>Languages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(használt programnyelvek, szegmenstől függetlenül)</a:t>
            </a:r>
          </a:p>
          <a:p>
            <a:pPr lvl="1"/>
            <a:r>
              <a:rPr lang="hu-HU" dirty="0"/>
              <a:t>HTML, CSS</a:t>
            </a:r>
          </a:p>
          <a:p>
            <a:pPr lvl="1"/>
            <a:r>
              <a:rPr lang="hu-HU" dirty="0"/>
              <a:t>JavaScript, PHP</a:t>
            </a:r>
          </a:p>
          <a:p>
            <a:pPr lvl="1"/>
            <a:r>
              <a:rPr lang="hu-HU" dirty="0" smtClean="0"/>
              <a:t>SQL</a:t>
            </a:r>
          </a:p>
          <a:p>
            <a:r>
              <a:rPr lang="hu-HU" dirty="0" err="1" smtClean="0"/>
              <a:t>Frameworks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(keretrendszerek)</a:t>
            </a:r>
          </a:p>
          <a:p>
            <a:pPr lvl="1"/>
            <a:r>
              <a:rPr lang="hu-HU" dirty="0" err="1" smtClean="0"/>
              <a:t>Bootstrap</a:t>
            </a:r>
            <a:endParaRPr lang="hu-HU" dirty="0" smtClean="0"/>
          </a:p>
          <a:p>
            <a:pPr lvl="1"/>
            <a:r>
              <a:rPr lang="hu-HU" dirty="0" err="1" smtClean="0"/>
              <a:t>Angular</a:t>
            </a:r>
            <a:endParaRPr lang="hu-HU" dirty="0" smtClean="0"/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2497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Frontend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UI design </a:t>
            </a:r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(Pl.: reszpontívra, könnyen navigálhatóra és érthetőre akartuk. Ez akár külön diát is kaphat.)</a:t>
            </a:r>
          </a:p>
          <a:p>
            <a:r>
              <a:rPr lang="hu-HU" dirty="0" err="1" smtClean="0"/>
              <a:t>Languages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(melyiknek mi a szerepe?)</a:t>
            </a:r>
          </a:p>
          <a:p>
            <a:pPr lvl="1"/>
            <a:r>
              <a:rPr lang="hu-HU" dirty="0" smtClean="0"/>
              <a:t>HTML</a:t>
            </a:r>
          </a:p>
          <a:p>
            <a:pPr lvl="1"/>
            <a:r>
              <a:rPr lang="hu-HU" dirty="0" smtClean="0"/>
              <a:t>CSS</a:t>
            </a:r>
          </a:p>
          <a:p>
            <a:pPr lvl="1"/>
            <a:r>
              <a:rPr lang="hu-HU" dirty="0" smtClean="0"/>
              <a:t>JavaScript</a:t>
            </a:r>
          </a:p>
          <a:p>
            <a:r>
              <a:rPr lang="hu-HU" dirty="0" err="1" smtClean="0"/>
              <a:t>Frameworks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(melyiket mire találták ki, miért volt itt hasznos?)</a:t>
            </a:r>
          </a:p>
          <a:p>
            <a:pPr lvl="1"/>
            <a:r>
              <a:rPr lang="hu-HU" dirty="0" err="1" smtClean="0"/>
              <a:t>Bootstrap</a:t>
            </a:r>
            <a:endParaRPr lang="hu-HU" dirty="0" smtClean="0"/>
          </a:p>
          <a:p>
            <a:pPr lvl="1"/>
            <a:r>
              <a:rPr lang="hu-HU" dirty="0" err="1" smtClean="0"/>
              <a:t>Angular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3875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Backend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/>
              <a:t>Languages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(most csak a backend részre vonatkozó nyelvek)</a:t>
            </a:r>
          </a:p>
          <a:p>
            <a:pPr lvl="1"/>
            <a:r>
              <a:rPr lang="hu-HU" dirty="0"/>
              <a:t>JavaScript</a:t>
            </a:r>
          </a:p>
          <a:p>
            <a:pPr lvl="1"/>
            <a:r>
              <a:rPr lang="hu-HU" dirty="0"/>
              <a:t>PHP</a:t>
            </a:r>
          </a:p>
          <a:p>
            <a:pPr lvl="1"/>
            <a:r>
              <a:rPr lang="hu-HU" dirty="0"/>
              <a:t>C#</a:t>
            </a:r>
          </a:p>
          <a:p>
            <a:pPr lvl="1"/>
            <a:r>
              <a:rPr lang="hu-HU" dirty="0" smtClean="0"/>
              <a:t>SQL</a:t>
            </a:r>
          </a:p>
          <a:p>
            <a:r>
              <a:rPr lang="hu-HU" dirty="0" smtClean="0"/>
              <a:t>ASP-Net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(egy </a:t>
            </a:r>
            <a:r>
              <a:rPr lang="hu-HU" dirty="0" err="1" smtClean="0">
                <a:solidFill>
                  <a:schemeClr val="accent3">
                    <a:lumMod val="75000"/>
                  </a:schemeClr>
                </a:solidFill>
              </a:rPr>
              <a:t>kapcsolófó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 keretrendszer)</a:t>
            </a:r>
          </a:p>
          <a:p>
            <a:r>
              <a:rPr lang="hu-HU" dirty="0" err="1" smtClean="0"/>
              <a:t>Logic</a:t>
            </a:r>
            <a:r>
              <a:rPr lang="hu-HU" dirty="0" smtClean="0"/>
              <a:t> &amp; </a:t>
            </a:r>
            <a:r>
              <a:rPr lang="hu-HU" dirty="0" err="1" smtClean="0"/>
              <a:t>structure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(itt lehet egy kép bevágva a fájlstruktúráról)</a:t>
            </a:r>
          </a:p>
          <a:p>
            <a:r>
              <a:rPr lang="hu-HU" dirty="0" err="1" smtClean="0"/>
              <a:t>Authentication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(egyéb aspektusok, pl. </a:t>
            </a:r>
            <a:r>
              <a:rPr lang="hu-HU" dirty="0" err="1" smtClean="0">
                <a:solidFill>
                  <a:schemeClr val="accent3">
                    <a:lumMod val="75000"/>
                  </a:schemeClr>
                </a:solidFill>
              </a:rPr>
              <a:t>autentikáció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  <a:p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730738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131</TotalTime>
  <Words>153</Words>
  <Application>Microsoft Office PowerPoint</Application>
  <PresentationFormat>Szélesvásznú</PresentationFormat>
  <Paragraphs>31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Technologies &amp; Tools used</vt:lpstr>
      <vt:lpstr>Frontend</vt:lpstr>
      <vt:lpstr>Backend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séma</dc:title>
  <dc:creator>Kiss Ádám</dc:creator>
  <cp:lastModifiedBy>Kiss Ádám</cp:lastModifiedBy>
  <cp:revision>98</cp:revision>
  <dcterms:created xsi:type="dcterms:W3CDTF">2024-01-08T11:13:29Z</dcterms:created>
  <dcterms:modified xsi:type="dcterms:W3CDTF">2025-06-11T08:34:23Z</dcterms:modified>
</cp:coreProperties>
</file>