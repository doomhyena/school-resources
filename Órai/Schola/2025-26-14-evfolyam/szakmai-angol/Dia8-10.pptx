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7" r:id="rId3"/>
    <p:sldId id="264" r:id="rId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911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643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407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979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951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149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7500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201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6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1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4317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1130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7514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5138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5450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467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4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2717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Database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SQL: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(a programnyelv előnyei, miért ez kellett)</a:t>
            </a:r>
          </a:p>
          <a:p>
            <a:pPr lvl="1"/>
            <a:r>
              <a:rPr lang="hu-HU" dirty="0" err="1" smtClean="0"/>
              <a:t>MySQL</a:t>
            </a:r>
            <a:endParaRPr lang="hu-HU" dirty="0" smtClean="0"/>
          </a:p>
          <a:p>
            <a:pPr lvl="1"/>
            <a:r>
              <a:rPr lang="hu-HU" dirty="0" smtClean="0"/>
              <a:t>Data </a:t>
            </a:r>
            <a:r>
              <a:rPr lang="hu-HU" dirty="0" err="1" smtClean="0"/>
              <a:t>types</a:t>
            </a:r>
            <a:endParaRPr lang="hu-HU" dirty="0" smtClean="0"/>
          </a:p>
          <a:p>
            <a:r>
              <a:rPr lang="hu-HU" dirty="0" err="1" smtClean="0"/>
              <a:t>PhpMyAdmin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(a használt program/szolgáltatás/felület)</a:t>
            </a:r>
          </a:p>
          <a:p>
            <a:r>
              <a:rPr lang="hu-HU" dirty="0" err="1" smtClean="0"/>
              <a:t>Stored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(milyen adatokat kellett tárolni)</a:t>
            </a:r>
          </a:p>
          <a:p>
            <a:pPr lvl="1"/>
            <a:r>
              <a:rPr lang="hu-HU" dirty="0" smtClean="0"/>
              <a:t>Tábla1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(felsoroljuk az összes táblát (cél, tartalom, struktúra))</a:t>
            </a:r>
          </a:p>
          <a:p>
            <a:pPr lvl="1"/>
            <a:r>
              <a:rPr lang="hu-HU" dirty="0" smtClean="0"/>
              <a:t>Tábla2</a:t>
            </a:r>
          </a:p>
          <a:p>
            <a:pPr lvl="1"/>
            <a:r>
              <a:rPr lang="hu-HU" dirty="0" smtClean="0"/>
              <a:t>…</a:t>
            </a:r>
          </a:p>
          <a:p>
            <a:pPr lvl="1"/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54182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Testing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Mely részek hogyan lettek tesztelve</a:t>
            </a:r>
          </a:p>
          <a:p>
            <a:pPr lvl="1"/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(képek, ábrák bevágása)</a:t>
            </a:r>
            <a:endParaRPr lang="hu-HU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704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Challenges</a:t>
            </a:r>
            <a:r>
              <a:rPr lang="hu-HU" dirty="0" smtClean="0"/>
              <a:t> &amp; </a:t>
            </a:r>
            <a:r>
              <a:rPr lang="hu-HU" dirty="0" err="1" smtClean="0"/>
              <a:t>future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 smtClean="0"/>
              <a:t>Emerged</a:t>
            </a:r>
            <a:r>
              <a:rPr lang="hu-HU" dirty="0" smtClean="0"/>
              <a:t> </a:t>
            </a:r>
            <a:r>
              <a:rPr lang="hu-HU" dirty="0" err="1" smtClean="0"/>
              <a:t>issues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(milyen problémákba ütközött a csapat a projekt megírása során)</a:t>
            </a:r>
          </a:p>
          <a:p>
            <a:pPr lvl="1"/>
            <a:r>
              <a:rPr lang="hu-HU" dirty="0" err="1" smtClean="0"/>
              <a:t>Collaboration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(itt pl. nem ment olyan gördülékenyen a csapatmunka)</a:t>
            </a:r>
            <a:endParaRPr lang="hu-HU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hu-HU" dirty="0" err="1" smtClean="0"/>
              <a:t>Lack</a:t>
            </a:r>
            <a:r>
              <a:rPr lang="hu-HU" dirty="0" smtClean="0"/>
              <a:t> of </a:t>
            </a:r>
            <a:r>
              <a:rPr lang="hu-HU" dirty="0" err="1" smtClean="0"/>
              <a:t>clean</a:t>
            </a:r>
            <a:r>
              <a:rPr lang="hu-HU" dirty="0" smtClean="0"/>
              <a:t> </a:t>
            </a:r>
            <a:r>
              <a:rPr lang="hu-HU" dirty="0" err="1" smtClean="0"/>
              <a:t>code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(itt pl. nem ismertétek a tiszta kód alapelveket)</a:t>
            </a:r>
          </a:p>
          <a:p>
            <a:pPr marL="457200" lvl="1" indent="0">
              <a:buNone/>
            </a:pPr>
            <a:endParaRPr lang="hu-HU" dirty="0" smtClean="0"/>
          </a:p>
          <a:p>
            <a:r>
              <a:rPr lang="hu-HU" dirty="0" err="1" smtClean="0"/>
              <a:t>What’s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(mit lehetne még javítani/bővíteni a jelenlegi verzión)</a:t>
            </a:r>
          </a:p>
          <a:p>
            <a:pPr lvl="1"/>
            <a:r>
              <a:rPr lang="hu-HU" dirty="0" smtClean="0"/>
              <a:t>New </a:t>
            </a:r>
            <a:r>
              <a:rPr lang="hu-HU" dirty="0" err="1" smtClean="0"/>
              <a:t>functions</a:t>
            </a:r>
            <a:endParaRPr lang="hu-HU" dirty="0" smtClean="0"/>
          </a:p>
          <a:p>
            <a:pPr lvl="1"/>
            <a:r>
              <a:rPr lang="hu-HU" dirty="0" smtClean="0"/>
              <a:t>Data </a:t>
            </a:r>
            <a:r>
              <a:rPr lang="hu-HU" dirty="0" err="1" smtClean="0"/>
              <a:t>security</a:t>
            </a:r>
            <a:r>
              <a:rPr lang="hu-HU" dirty="0" smtClean="0"/>
              <a:t> </a:t>
            </a:r>
            <a:r>
              <a:rPr lang="hu-HU" dirty="0" err="1" smtClean="0"/>
              <a:t>enchancements</a:t>
            </a:r>
            <a:endParaRPr lang="hu-HU" dirty="0" smtClean="0"/>
          </a:p>
          <a:p>
            <a:pPr lvl="1"/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(úgy kell előadni, mintha még terveznétek foglalkozni ezzel a projekttel a vizsga után is)</a:t>
            </a:r>
          </a:p>
        </p:txBody>
      </p:sp>
    </p:spTree>
    <p:extLst>
      <p:ext uri="{BB962C8B-B14F-4D97-AF65-F5344CB8AC3E}">
        <p14:creationId xmlns:p14="http://schemas.microsoft.com/office/powerpoint/2010/main" val="1795328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131</TotalTime>
  <Words>135</Words>
  <Application>Microsoft Office PowerPoint</Application>
  <PresentationFormat>Szélesvásznú</PresentationFormat>
  <Paragraphs>21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</vt:lpstr>
      <vt:lpstr>Database</vt:lpstr>
      <vt:lpstr>Testing</vt:lpstr>
      <vt:lpstr>Challenges &amp;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 séma</dc:title>
  <dc:creator>Kiss Ádám</dc:creator>
  <cp:lastModifiedBy>Kiss Ádám</cp:lastModifiedBy>
  <cp:revision>98</cp:revision>
  <dcterms:created xsi:type="dcterms:W3CDTF">2024-01-08T11:13:29Z</dcterms:created>
  <dcterms:modified xsi:type="dcterms:W3CDTF">2025-06-11T08:34:43Z</dcterms:modified>
</cp:coreProperties>
</file>